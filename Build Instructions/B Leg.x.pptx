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68" r:id="rId4"/>
    <p:sldId id="266" r:id="rId5"/>
    <p:sldId id="265" r:id="rId6"/>
    <p:sldId id="264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1" d="100"/>
          <a:sy n="41" d="100"/>
        </p:scale>
        <p:origin x="7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dan Henderson" userId="1aefba67a2305a7d" providerId="LiveId" clId="{544928A6-073F-4C18-B400-8A94CC0698F1}"/>
    <pc:docChg chg="undo custSel addSld delSld modSld">
      <pc:chgData name="Jordan Henderson" userId="1aefba67a2305a7d" providerId="LiveId" clId="{544928A6-073F-4C18-B400-8A94CC0698F1}" dt="2026-10-22T15:46:46.756" v="372" actId="20577"/>
      <pc:docMkLst>
        <pc:docMk/>
      </pc:docMkLst>
      <pc:sldChg chg="modSp mod">
        <pc:chgData name="Jordan Henderson" userId="1aefba67a2305a7d" providerId="LiveId" clId="{544928A6-073F-4C18-B400-8A94CC0698F1}" dt="2026-10-19T16:35:10.893" v="365" actId="20577"/>
        <pc:sldMkLst>
          <pc:docMk/>
          <pc:sldMk cId="526142843" sldId="263"/>
        </pc:sldMkLst>
        <pc:spChg chg="mod">
          <ac:chgData name="Jordan Henderson" userId="1aefba67a2305a7d" providerId="LiveId" clId="{544928A6-073F-4C18-B400-8A94CC0698F1}" dt="2026-10-19T16:35:10.893" v="365" actId="20577"/>
          <ac:spMkLst>
            <pc:docMk/>
            <pc:sldMk cId="526142843" sldId="263"/>
            <ac:spMk id="4" creationId="{BC37C58B-4537-AFDB-A5E7-BDCB7365A465}"/>
          </ac:spMkLst>
        </pc:spChg>
      </pc:sldChg>
      <pc:sldChg chg="modSp mod">
        <pc:chgData name="Jordan Henderson" userId="1aefba67a2305a7d" providerId="LiveId" clId="{544928A6-073F-4C18-B400-8A94CC0698F1}" dt="2026-10-19T16:34:48.219" v="360" actId="313"/>
        <pc:sldMkLst>
          <pc:docMk/>
          <pc:sldMk cId="222971204" sldId="266"/>
        </pc:sldMkLst>
        <pc:spChg chg="mod">
          <ac:chgData name="Jordan Henderson" userId="1aefba67a2305a7d" providerId="LiveId" clId="{544928A6-073F-4C18-B400-8A94CC0698F1}" dt="2026-10-19T16:34:48.219" v="360" actId="313"/>
          <ac:spMkLst>
            <pc:docMk/>
            <pc:sldMk cId="222971204" sldId="266"/>
            <ac:spMk id="4" creationId="{2C4E73E2-2D8C-DE62-959D-87400A970384}"/>
          </ac:spMkLst>
        </pc:spChg>
      </pc:sldChg>
      <pc:sldChg chg="modSp mod">
        <pc:chgData name="Jordan Henderson" userId="1aefba67a2305a7d" providerId="LiveId" clId="{544928A6-073F-4C18-B400-8A94CC0698F1}" dt="2026-10-19T16:33:26.263" v="351" actId="313"/>
        <pc:sldMkLst>
          <pc:docMk/>
          <pc:sldMk cId="1378358034" sldId="268"/>
        </pc:sldMkLst>
        <pc:spChg chg="mod">
          <ac:chgData name="Jordan Henderson" userId="1aefba67a2305a7d" providerId="LiveId" clId="{544928A6-073F-4C18-B400-8A94CC0698F1}" dt="2026-10-19T16:33:26.263" v="351" actId="313"/>
          <ac:spMkLst>
            <pc:docMk/>
            <pc:sldMk cId="1378358034" sldId="268"/>
            <ac:spMk id="4" creationId="{11518854-A0F4-742C-E196-774266BF705D}"/>
          </ac:spMkLst>
        </pc:spChg>
      </pc:sldChg>
      <pc:sldChg chg="addSp delSp modSp add mod">
        <pc:chgData name="Jordan Henderson" userId="1aefba67a2305a7d" providerId="LiveId" clId="{544928A6-073F-4C18-B400-8A94CC0698F1}" dt="2026-10-22T15:46:46.756" v="372" actId="20577"/>
        <pc:sldMkLst>
          <pc:docMk/>
          <pc:sldMk cId="2394896280" sldId="269"/>
        </pc:sldMkLst>
        <pc:spChg chg="mod">
          <ac:chgData name="Jordan Henderson" userId="1aefba67a2305a7d" providerId="LiveId" clId="{544928A6-073F-4C18-B400-8A94CC0698F1}" dt="2026-10-22T15:46:46.756" v="372" actId="20577"/>
          <ac:spMkLst>
            <pc:docMk/>
            <pc:sldMk cId="2394896280" sldId="269"/>
            <ac:spMk id="4" creationId="{0207E96A-5C43-9334-0B50-2CCF022997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29DC7-5556-C21E-02F3-2371156F6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C8E4EE-316B-18F7-EEE2-AF7FC407C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0CBB-BFC5-7EE7-CD15-B0DB207C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16BCE-79FE-D610-10E6-3E0D098B1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1389D-B42E-57D1-727D-3E2186A56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00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444DF-86BA-C80E-ACE2-3CEC59850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4DE65-4314-3294-6A47-48822ADD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43D516-CC44-1A4B-B43A-89B356C52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E19DB-3AFD-DF94-B0B0-86822F771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A9604-76ED-1DAE-DA14-7135B5B9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E032-A9D6-C714-C57D-55572615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DCDF6-7B63-A1AD-8ADB-CA0A6EA15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9C4545-44C4-007D-D6A1-4C0EDCC3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A54E-73C2-F9BA-C38E-C1D8F25F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7B7A33-E690-AD19-CE30-73294603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5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81E7D-887A-E31B-4089-DBC37B834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C3AF7-D0B7-BCD1-A75A-3F8AEC3B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0B56AD-942D-10E1-15BF-1FB403D7AA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9E82CA-E432-6F66-143E-991C0AA3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FEF214-A814-CE82-673C-53D43AE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4B420-8C72-6EB7-AC12-9D0F470BB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1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DE505-03A1-7646-2956-C96CCDF63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54BC6-456B-91D0-B702-FFE109B86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405B3-56DC-E3DA-C85C-4EFDE51AA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1CA98-00E2-C4B8-5A8A-1ECFC4F0C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484739-FCFD-0C1A-4C45-637650575D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C99051-FEDC-BBA5-7DB5-FEA8259F6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542CAB-4290-1979-7B57-2C83A972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5D32C-C057-D23D-5080-9918B8FF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C474F-F228-0108-7162-E03F24FB5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C6248-6AB6-BF9B-2F7F-32295C74D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0C2BE1-E4DA-A4DD-1CD0-CB7E14BF0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A32C40-9C12-8356-192C-5619B8BC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9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4B8C5-F5BD-6E51-2B4F-7DC167B17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6F1F0-2EC2-6EFF-B2AB-7B1459E8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C352A-9D37-1D37-046C-55B3A093C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017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1F48-A01C-AAE7-ECE5-1E5C3C160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D815E-2CDD-175E-173C-67F58C60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13C186-9548-D649-9864-300082081C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B7CC3-CB59-1FBB-925E-40DEAAD7C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C7239-6B44-4C72-82B0-EA3B4E1D3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87BB-58C7-A210-8912-8A1139698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7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A8BEA-B67F-D3BD-B81F-F79D5F647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B413A-9502-46DC-E4CA-E22693C24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5ADCDD-AA74-08E9-B95F-F82EB71EE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B37B0-F8EF-D5F7-1773-AAE04732D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0F79D-8ADB-80A5-9939-121C2D638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40BA3-1882-809C-B409-8614B1C3E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4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53915-1712-A32F-C22B-CD41E0AB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6779ED-B2DE-6351-55B3-D2C663171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54535-37C8-84BE-2FD3-2C536F72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6F983-D7DB-D552-8D02-4F5E82ED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38C7B-AEA5-99F4-5CCC-64165C82A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C0549-4756-B296-493A-2C8C90E3E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5A0BE-B837-EBCF-728D-E6052CC35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431BE-8428-B086-7910-D86FE73A2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C6648-2218-DBF8-4042-9667BDEAD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238B5-F450-1236-2436-11F493695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25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52845C-A449-3798-7912-DBE26E80A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85057-B00E-014C-2BC0-CA212B6C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C264B-0066-CC5F-D1BC-EFB2FF3D9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FA9A8-6EAC-48D3-B691-FF2EF854CE7B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935F0-E2AC-0E73-9D14-80C4D4292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30AEE-A18B-3B42-86BC-82D4C7441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48F150-BB0B-42FA-937E-AB331172C0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107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A1A28-2FB3-942A-5986-4A75FAB64C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8432" y="791200"/>
            <a:ext cx="3212592" cy="1430792"/>
          </a:xfrm>
        </p:spPr>
        <p:txBody>
          <a:bodyPr>
            <a:normAutofit fontScale="90000"/>
          </a:bodyPr>
          <a:lstStyle/>
          <a:p>
            <a:r>
              <a:rPr lang="en-US" dirty="0"/>
              <a:t>Back Leg </a:t>
            </a:r>
            <a:br>
              <a:rPr lang="en-US" dirty="0"/>
            </a:br>
            <a:r>
              <a:rPr lang="en-US" dirty="0"/>
              <a:t>x2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1AF516-8A3A-D92F-96AD-D20E35EA0C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08710" y="2395028"/>
            <a:ext cx="2373086" cy="3245077"/>
          </a:xfrm>
        </p:spPr>
        <p:txBody>
          <a:bodyPr>
            <a:normAutofit/>
          </a:bodyPr>
          <a:lstStyle/>
          <a:p>
            <a:r>
              <a:rPr lang="en-US" dirty="0"/>
              <a:t>9.5 2x4x8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378667-128D-0572-E58C-7A94F905F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93" y="476809"/>
            <a:ext cx="5125165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84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8562-1F7B-D2A0-5EBF-A769ADC1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207E96A-5C43-9334-0B50-2CCF022997F3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48”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</a:t>
            </a:r>
            <a:r>
              <a:rPr lang="en-US">
                <a:sym typeface="Wingdings" panose="05000000000000000000" pitchFamily="2" charset="2"/>
              </a:rPr>
              <a:t>41”</a:t>
            </a: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C718F-D89F-0546-14F4-C9D801B63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8676" y="304799"/>
            <a:ext cx="6365012" cy="609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896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FE069-010C-F620-FA42-923F6AE93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11518854-A0F4-742C-E196-774266BF705D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(4) </a:t>
            </a:r>
            <a:r>
              <a:rPr lang="en-US" dirty="0">
                <a:sym typeface="Wingdings" panose="05000000000000000000" pitchFamily="2" charset="2"/>
              </a:rPr>
              <a:t>48”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AC2BA7-CD02-FEA2-DE7C-468C13475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15" y="642548"/>
            <a:ext cx="7049484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58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BF02B-5083-BA44-CFAB-61E84228D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CDEC9-4CAC-0CB2-CFAF-517781831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521" y="419924"/>
            <a:ext cx="6287377" cy="6001588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2C4E73E2-2D8C-DE62-959D-87400A970384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2373086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48”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(2) 41”</a:t>
            </a:r>
          </a:p>
        </p:txBody>
      </p:sp>
    </p:spTree>
    <p:extLst>
      <p:ext uri="{BB962C8B-B14F-4D97-AF65-F5344CB8AC3E}">
        <p14:creationId xmlns:p14="http://schemas.microsoft.com/office/powerpoint/2010/main" val="22297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C8D19-C780-E24D-E07F-3E93D0B72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E2ED38F3-1ECA-E993-0815-D79695E58680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863122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excess for top slants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A5FB3-F2B5-A0F3-1AF2-7E2CCC8E0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009" y="697652"/>
            <a:ext cx="5973009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98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D4BC-C980-9FA9-3BA8-C4C70E4B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E34DE991-B7F5-F797-85CE-000A70403FB4}"/>
              </a:ext>
            </a:extLst>
          </p:cNvPr>
          <p:cNvSpPr txBox="1">
            <a:spLocks/>
          </p:cNvSpPr>
          <p:nvPr/>
        </p:nvSpPr>
        <p:spPr>
          <a:xfrm>
            <a:off x="215102" y="419925"/>
            <a:ext cx="3387634" cy="16100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(1)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long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F6ABB2-DF3B-FDE8-333C-E66D2359E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862" y="3058886"/>
            <a:ext cx="5356792" cy="35675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93C186-8A3B-6117-762D-6FC268390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02" y="2196036"/>
            <a:ext cx="3895615" cy="45316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183120F-0857-A560-0D0C-E061CAC15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662" y="231613"/>
            <a:ext cx="5004138" cy="3355602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1EFCE122-39D5-17FA-909C-DDDABA756777}"/>
              </a:ext>
            </a:extLst>
          </p:cNvPr>
          <p:cNvSpPr txBox="1">
            <a:spLocks/>
          </p:cNvSpPr>
          <p:nvPr/>
        </p:nvSpPr>
        <p:spPr>
          <a:xfrm>
            <a:off x="3293582" y="419925"/>
            <a:ext cx="3387634" cy="161004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(2) Leftover from inside slants 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(2) short </a:t>
            </a:r>
            <a:r>
              <a:rPr lang="en-US" dirty="0">
                <a:sym typeface="Wingdings" panose="05000000000000000000" pitchFamily="2" charset="2"/>
              </a:rPr>
              <a:t>slants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528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4A1CC-D021-93E5-12EA-3BF6AAA0D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BC37C58B-4537-AFDB-A5E7-BDCB7365A465}"/>
              </a:ext>
            </a:extLst>
          </p:cNvPr>
          <p:cNvSpPr txBox="1">
            <a:spLocks/>
          </p:cNvSpPr>
          <p:nvPr/>
        </p:nvSpPr>
        <p:spPr>
          <a:xfrm>
            <a:off x="215102" y="419924"/>
            <a:ext cx="3515650" cy="324507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(0.5) 2x4x8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(1</a:t>
            </a:r>
            <a:r>
              <a:rPr lang="en-US"/>
              <a:t>) </a:t>
            </a:r>
            <a:r>
              <a:rPr lang="en-US">
                <a:sym typeface="Wingdings" panose="05000000000000000000" pitchFamily="2" charset="2"/>
              </a:rPr>
              <a:t>45”</a:t>
            </a:r>
            <a:endParaRPr lang="en-US" dirty="0">
              <a:sym typeface="Wingdings" panose="05000000000000000000" pitchFamily="2" charset="2"/>
            </a:endParaRPr>
          </a:p>
          <a:p>
            <a:pPr lvl="1"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Save other half for second back leg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283837-BA3C-17BC-750B-454CBA721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624" y="292608"/>
            <a:ext cx="5401163" cy="5964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42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93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Back Leg  x2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Jordan Henderson</dc:creator>
  <cp:lastModifiedBy>Jordan Henderson</cp:lastModifiedBy>
  <cp:revision>4</cp:revision>
  <dcterms:created xsi:type="dcterms:W3CDTF">2025-10-06T00:13:52Z</dcterms:created>
  <dcterms:modified xsi:type="dcterms:W3CDTF">2026-10-22T15:46:53Z</dcterms:modified>
</cp:coreProperties>
</file>