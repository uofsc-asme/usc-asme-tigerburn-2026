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5-10-06T01:13:53.303" v="83" actId="20577"/>
      <pc:docMkLst>
        <pc:docMk/>
      </pc:docMkLst>
      <pc:sldChg chg="addSp delSp modSp mod">
        <pc:chgData name="Jordan Henderson" userId="1aefba67a2305a7d" providerId="LiveId" clId="{544928A6-073F-4C18-B400-8A94CC0698F1}" dt="2025-10-06T01:13:53.303" v="83" actId="20577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06T01:01:37.468" v="9" actId="20577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06T01:13:53.303" v="83" actId="20577"/>
          <ac:spMkLst>
            <pc:docMk/>
            <pc:sldMk cId="2899849503" sldId="256"/>
            <ac:spMk id="3" creationId="{0F1AF516-8A3A-D92F-96AD-D20E35EA0C12}"/>
          </ac:spMkLst>
        </pc:spChg>
        <pc:picChg chg="del">
          <ac:chgData name="Jordan Henderson" userId="1aefba67a2305a7d" providerId="LiveId" clId="{544928A6-073F-4C18-B400-8A94CC0698F1}" dt="2025-10-06T01:01:32.409" v="7" actId="478"/>
          <ac:picMkLst>
            <pc:docMk/>
            <pc:sldMk cId="2899849503" sldId="256"/>
            <ac:picMk id="5" creationId="{C15B7D2F-1038-9ED9-D543-A8A3A73D38D7}"/>
          </ac:picMkLst>
        </pc:picChg>
        <pc:picChg chg="add mod">
          <ac:chgData name="Jordan Henderson" userId="1aefba67a2305a7d" providerId="LiveId" clId="{544928A6-073F-4C18-B400-8A94CC0698F1}" dt="2025-10-06T01:02:26.984" v="11" actId="1076"/>
          <ac:picMkLst>
            <pc:docMk/>
            <pc:sldMk cId="2899849503" sldId="256"/>
            <ac:picMk id="6" creationId="{85B58067-CAA5-EAB7-BB5E-F83661FDE8B5}"/>
          </ac:picMkLst>
        </pc:picChg>
      </pc:sldChg>
      <pc:sldChg chg="addSp delSp modSp mod">
        <pc:chgData name="Jordan Henderson" userId="1aefba67a2305a7d" providerId="LiveId" clId="{544928A6-073F-4C18-B400-8A94CC0698F1}" dt="2025-10-06T01:10:00.795" v="27" actId="20577"/>
        <pc:sldMkLst>
          <pc:docMk/>
          <pc:sldMk cId="2706032840" sldId="257"/>
        </pc:sldMkLst>
        <pc:spChg chg="mod">
          <ac:chgData name="Jordan Henderson" userId="1aefba67a2305a7d" providerId="LiveId" clId="{544928A6-073F-4C18-B400-8A94CC0698F1}" dt="2025-10-06T01:10:00.795" v="27" actId="20577"/>
          <ac:spMkLst>
            <pc:docMk/>
            <pc:sldMk cId="2706032840" sldId="257"/>
            <ac:spMk id="6" creationId="{67BCA9EE-D6B9-4DD3-49AB-81A8BE957977}"/>
          </ac:spMkLst>
        </pc:spChg>
        <pc:picChg chg="add mod">
          <ac:chgData name="Jordan Henderson" userId="1aefba67a2305a7d" providerId="LiveId" clId="{544928A6-073F-4C18-B400-8A94CC0698F1}" dt="2025-10-06T01:09:32.671" v="23" actId="1076"/>
          <ac:picMkLst>
            <pc:docMk/>
            <pc:sldMk cId="2706032840" sldId="257"/>
            <ac:picMk id="3" creationId="{3B6FA321-98C7-92CC-EEE4-6A33DDF695CC}"/>
          </ac:picMkLst>
        </pc:picChg>
        <pc:picChg chg="del">
          <ac:chgData name="Jordan Henderson" userId="1aefba67a2305a7d" providerId="LiveId" clId="{544928A6-073F-4C18-B400-8A94CC0698F1}" dt="2025-10-06T01:01:22.702" v="0" actId="478"/>
          <ac:picMkLst>
            <pc:docMk/>
            <pc:sldMk cId="2706032840" sldId="257"/>
            <ac:picMk id="5" creationId="{8BBB5403-B652-DE37-6E28-B288C08F0E3D}"/>
          </ac:picMkLst>
        </pc:picChg>
      </pc:sldChg>
      <pc:sldChg chg="addSp delSp modSp mod">
        <pc:chgData name="Jordan Henderson" userId="1aefba67a2305a7d" providerId="LiveId" clId="{544928A6-073F-4C18-B400-8A94CC0698F1}" dt="2025-10-06T01:12:14.331" v="50" actId="313"/>
        <pc:sldMkLst>
          <pc:docMk/>
          <pc:sldMk cId="3926139776" sldId="258"/>
        </pc:sldMkLst>
        <pc:spChg chg="mod">
          <ac:chgData name="Jordan Henderson" userId="1aefba67a2305a7d" providerId="LiveId" clId="{544928A6-073F-4C18-B400-8A94CC0698F1}" dt="2025-10-06T01:12:14.331" v="50" actId="313"/>
          <ac:spMkLst>
            <pc:docMk/>
            <pc:sldMk cId="3926139776" sldId="258"/>
            <ac:spMk id="6" creationId="{9EF1C470-B295-77B5-A777-ACB03C092B88}"/>
          </ac:spMkLst>
        </pc:spChg>
        <pc:picChg chg="add del mod">
          <ac:chgData name="Jordan Henderson" userId="1aefba67a2305a7d" providerId="LiveId" clId="{544928A6-073F-4C18-B400-8A94CC0698F1}" dt="2025-10-06T01:11:41.818" v="36" actId="478"/>
          <ac:picMkLst>
            <pc:docMk/>
            <pc:sldMk cId="3926139776" sldId="258"/>
            <ac:picMk id="3" creationId="{266133AE-A37C-98F7-3670-73E57EB42563}"/>
          </ac:picMkLst>
        </pc:picChg>
        <pc:picChg chg="del">
          <ac:chgData name="Jordan Henderson" userId="1aefba67a2305a7d" providerId="LiveId" clId="{544928A6-073F-4C18-B400-8A94CC0698F1}" dt="2025-10-06T01:01:24.228" v="1" actId="478"/>
          <ac:picMkLst>
            <pc:docMk/>
            <pc:sldMk cId="3926139776" sldId="258"/>
            <ac:picMk id="5" creationId="{314D2A68-B55E-3B6E-A2AD-6C36A13EF5BB}"/>
          </ac:picMkLst>
        </pc:picChg>
        <pc:picChg chg="add mod">
          <ac:chgData name="Jordan Henderson" userId="1aefba67a2305a7d" providerId="LiveId" clId="{544928A6-073F-4C18-B400-8A94CC0698F1}" dt="2025-10-06T01:12:00.412" v="41" actId="1076"/>
          <ac:picMkLst>
            <pc:docMk/>
            <pc:sldMk cId="3926139776" sldId="258"/>
            <ac:picMk id="7" creationId="{F083ABA6-CF7B-FCA9-C562-43AC0EC4CDB9}"/>
          </ac:picMkLst>
        </pc:picChg>
      </pc:sldChg>
      <pc:sldChg chg="addSp delSp modSp add del mod">
        <pc:chgData name="Jordan Henderson" userId="1aefba67a2305a7d" providerId="LiveId" clId="{544928A6-073F-4C18-B400-8A94CC0698F1}" dt="2025-10-06T01:12:50.868" v="58" actId="20577"/>
        <pc:sldMkLst>
          <pc:docMk/>
          <pc:sldMk cId="873946216" sldId="259"/>
        </pc:sldMkLst>
        <pc:spChg chg="mod">
          <ac:chgData name="Jordan Henderson" userId="1aefba67a2305a7d" providerId="LiveId" clId="{544928A6-073F-4C18-B400-8A94CC0698F1}" dt="2025-10-06T01:12:50.868" v="58" actId="20577"/>
          <ac:spMkLst>
            <pc:docMk/>
            <pc:sldMk cId="873946216" sldId="259"/>
            <ac:spMk id="5" creationId="{C21B7387-C7BE-E166-E517-66EBDEEA3622}"/>
          </ac:spMkLst>
        </pc:spChg>
        <pc:picChg chg="add mod">
          <ac:chgData name="Jordan Henderson" userId="1aefba67a2305a7d" providerId="LiveId" clId="{544928A6-073F-4C18-B400-8A94CC0698F1}" dt="2025-10-06T01:06:38.691" v="18" actId="1076"/>
          <ac:picMkLst>
            <pc:docMk/>
            <pc:sldMk cId="873946216" sldId="259"/>
            <ac:picMk id="3" creationId="{96BC866A-416E-06BA-B791-EF0D3EF0B804}"/>
          </ac:picMkLst>
        </pc:picChg>
        <pc:picChg chg="del">
          <ac:chgData name="Jordan Henderson" userId="1aefba67a2305a7d" providerId="LiveId" clId="{544928A6-073F-4C18-B400-8A94CC0698F1}" dt="2025-10-06T01:01:28.119" v="4" actId="478"/>
          <ac:picMkLst>
            <pc:docMk/>
            <pc:sldMk cId="873946216" sldId="259"/>
            <ac:picMk id="4" creationId="{1D0EF56C-5795-BC2D-BF71-D151812DDC39}"/>
          </ac:picMkLst>
        </pc:picChg>
      </pc:sldChg>
      <pc:sldChg chg="addSp delSp modSp mod">
        <pc:chgData name="Jordan Henderson" userId="1aefba67a2305a7d" providerId="LiveId" clId="{544928A6-073F-4C18-B400-8A94CC0698F1}" dt="2025-10-06T01:13:06.283" v="61" actId="20577"/>
        <pc:sldMkLst>
          <pc:docMk/>
          <pc:sldMk cId="2373839043" sldId="260"/>
        </pc:sldMkLst>
        <pc:spChg chg="mod">
          <ac:chgData name="Jordan Henderson" userId="1aefba67a2305a7d" providerId="LiveId" clId="{544928A6-073F-4C18-B400-8A94CC0698F1}" dt="2025-10-06T01:13:06.283" v="61" actId="20577"/>
          <ac:spMkLst>
            <pc:docMk/>
            <pc:sldMk cId="2373839043" sldId="260"/>
            <ac:spMk id="4" creationId="{6BE47217-D2C3-3CFF-5653-60B102EB820F}"/>
          </ac:spMkLst>
        </pc:spChg>
        <pc:picChg chg="del">
          <ac:chgData name="Jordan Henderson" userId="1aefba67a2305a7d" providerId="LiveId" clId="{544928A6-073F-4C18-B400-8A94CC0698F1}" dt="2025-10-06T01:01:29.603" v="5" actId="478"/>
          <ac:picMkLst>
            <pc:docMk/>
            <pc:sldMk cId="2373839043" sldId="260"/>
            <ac:picMk id="3" creationId="{6C52CB51-6A03-DD7E-065F-DDE1359C9846}"/>
          </ac:picMkLst>
        </pc:picChg>
        <pc:picChg chg="add mod">
          <ac:chgData name="Jordan Henderson" userId="1aefba67a2305a7d" providerId="LiveId" clId="{544928A6-073F-4C18-B400-8A94CC0698F1}" dt="2025-10-06T01:05:17.776" v="16" actId="1076"/>
          <ac:picMkLst>
            <pc:docMk/>
            <pc:sldMk cId="2373839043" sldId="260"/>
            <ac:picMk id="5" creationId="{0AE62BC5-92B2-9CBF-EC59-8FDA844153E2}"/>
          </ac:picMkLst>
        </pc:picChg>
      </pc:sldChg>
      <pc:sldChg chg="addSp delSp modSp mod">
        <pc:chgData name="Jordan Henderson" userId="1aefba67a2305a7d" providerId="LiveId" clId="{544928A6-073F-4C18-B400-8A94CC0698F1}" dt="2025-10-06T01:13:10.026" v="64" actId="20577"/>
        <pc:sldMkLst>
          <pc:docMk/>
          <pc:sldMk cId="4138172557" sldId="261"/>
        </pc:sldMkLst>
        <pc:spChg chg="mod">
          <ac:chgData name="Jordan Henderson" userId="1aefba67a2305a7d" providerId="LiveId" clId="{544928A6-073F-4C18-B400-8A94CC0698F1}" dt="2025-10-06T01:13:10.026" v="64" actId="20577"/>
          <ac:spMkLst>
            <pc:docMk/>
            <pc:sldMk cId="4138172557" sldId="261"/>
            <ac:spMk id="4" creationId="{7AE34250-D4CD-5AE4-D0CE-1C7E5800FD53}"/>
          </ac:spMkLst>
        </pc:spChg>
        <pc:picChg chg="del">
          <ac:chgData name="Jordan Henderson" userId="1aefba67a2305a7d" providerId="LiveId" clId="{544928A6-073F-4C18-B400-8A94CC0698F1}" dt="2025-10-06T01:01:30.953" v="6" actId="478"/>
          <ac:picMkLst>
            <pc:docMk/>
            <pc:sldMk cId="4138172557" sldId="261"/>
            <ac:picMk id="3" creationId="{400B50E9-3F19-612A-E0D0-EB416C808CB0}"/>
          </ac:picMkLst>
        </pc:picChg>
        <pc:picChg chg="add mod">
          <ac:chgData name="Jordan Henderson" userId="1aefba67a2305a7d" providerId="LiveId" clId="{544928A6-073F-4C18-B400-8A94CC0698F1}" dt="2025-10-06T01:02:38.318" v="13" actId="1076"/>
          <ac:picMkLst>
            <pc:docMk/>
            <pc:sldMk cId="4138172557" sldId="261"/>
            <ac:picMk id="5" creationId="{95D199EC-8F0C-152C-811B-2DA3981EA33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9686" y="169408"/>
            <a:ext cx="2732314" cy="1430792"/>
          </a:xfrm>
        </p:spPr>
        <p:txBody>
          <a:bodyPr/>
          <a:lstStyle/>
          <a:p>
            <a:r>
              <a:rPr lang="en-US" dirty="0"/>
              <a:t>Base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1773236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16 2x4x8</a:t>
            </a:r>
          </a:p>
          <a:p>
            <a:r>
              <a:rPr lang="en-US" dirty="0"/>
              <a:t>12 2x4x10</a:t>
            </a:r>
          </a:p>
          <a:p>
            <a:r>
              <a:rPr lang="en-US" dirty="0"/>
              <a:t>2 2x4x12</a:t>
            </a:r>
          </a:p>
          <a:p>
            <a:r>
              <a:rPr lang="en-US" dirty="0"/>
              <a:t>2 2x4x16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58067-CAA5-EAB7-BB5E-F83661FD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80" y="275227"/>
            <a:ext cx="8888065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67BCA9EE-D6B9-4DD3-49AB-81A8BE957977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2x4x16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16’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(4)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FA321-98C7-92CC-EEE4-6A33DDF6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905" y="247227"/>
            <a:ext cx="8783276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3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EF1C470-B295-77B5-A777-ACB03C092B8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(9)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(9) 8’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3ABA6-CF7B-FCA9-C562-43AC0EC4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18" y="481754"/>
            <a:ext cx="8991280" cy="623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3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CFE3-FFCF-3631-79E4-A5CE2048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21B7387-C7BE-E166-E517-66EBDEEA3622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12’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(3)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(3)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C866A-416E-06BA-B791-EF0D3EF0B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629" y="161469"/>
            <a:ext cx="8202170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4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BE47217-D2C3-3CFF-5653-60B102EB820F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(6)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(6)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62BC5-92B2-9CBF-EC59-8FDA84415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56" y="419924"/>
            <a:ext cx="8640952" cy="558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3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AE34250-D4CD-5AE4-D0CE-1C7E5800FD5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(8)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(8)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199EC-8F0C-152C-811B-2DA3981E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188" y="331699"/>
            <a:ext cx="8888065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7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Base 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1</cp:revision>
  <dcterms:created xsi:type="dcterms:W3CDTF">2025-10-06T00:13:52Z</dcterms:created>
  <dcterms:modified xsi:type="dcterms:W3CDTF">2025-10-06T01:14:07Z</dcterms:modified>
</cp:coreProperties>
</file>