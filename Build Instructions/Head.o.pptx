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5" r:id="rId5"/>
    <p:sldId id="264" r:id="rId6"/>
    <p:sldId id="263" r:id="rId7"/>
    <p:sldId id="271" r:id="rId8"/>
    <p:sldId id="272" r:id="rId9"/>
    <p:sldId id="277" r:id="rId10"/>
    <p:sldId id="278" r:id="rId11"/>
    <p:sldId id="273" r:id="rId12"/>
    <p:sldId id="274" r:id="rId13"/>
    <p:sldId id="275" r:id="rId14"/>
    <p:sldId id="289" r:id="rId15"/>
    <p:sldId id="279" r:id="rId16"/>
    <p:sldId id="280" r:id="rId17"/>
    <p:sldId id="281" r:id="rId18"/>
    <p:sldId id="282" r:id="rId19"/>
    <p:sldId id="283" r:id="rId20"/>
    <p:sldId id="284" r:id="rId21"/>
    <p:sldId id="290" r:id="rId22"/>
    <p:sldId id="291" r:id="rId23"/>
    <p:sldId id="285" r:id="rId24"/>
    <p:sldId id="276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CF3CD-F70E-4207-9A6D-C03365C990C2}" v="33" dt="2025-10-21T02:18:0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2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5-10-21T03:00:51.830" v="1831" actId="20577"/>
      <pc:docMkLst>
        <pc:docMk/>
      </pc:docMkLst>
      <pc:sldChg chg="addSp delSp modSp mod">
        <pc:chgData name="Jordan Henderson" userId="1aefba67a2305a7d" providerId="LiveId" clId="{544928A6-073F-4C18-B400-8A94CC0698F1}" dt="2025-10-21T03:00:51.830" v="1831" actId="20577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6T14:53:39.804" v="4" actId="20577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21T03:00:51.830" v="1831" actId="20577"/>
          <ac:spMkLst>
            <pc:docMk/>
            <pc:sldMk cId="2899849503" sldId="256"/>
            <ac:spMk id="3" creationId="{0F1AF516-8A3A-D92F-96AD-D20E35EA0C12}"/>
          </ac:spMkLst>
        </pc:spChg>
        <pc:picChg chg="add mod">
          <ac:chgData name="Jordan Henderson" userId="1aefba67a2305a7d" providerId="LiveId" clId="{544928A6-073F-4C18-B400-8A94CC0698F1}" dt="2025-10-16T19:36:18.256" v="132" actId="1076"/>
          <ac:picMkLst>
            <pc:docMk/>
            <pc:sldMk cId="2899849503" sldId="256"/>
            <ac:picMk id="12" creationId="{2E978709-883D-5FC2-BA3A-566ABE99EAB9}"/>
          </ac:picMkLst>
        </pc:picChg>
      </pc:sldChg>
      <pc:sldChg chg="addSp delSp modSp mod">
        <pc:chgData name="Jordan Henderson" userId="1aefba67a2305a7d" providerId="LiveId" clId="{544928A6-073F-4C18-B400-8A94CC0698F1}" dt="2025-10-21T01:22:24.932" v="792" actId="20577"/>
        <pc:sldMkLst>
          <pc:docMk/>
          <pc:sldMk cId="526142843" sldId="263"/>
        </pc:sldMkLst>
        <pc:spChg chg="mod">
          <ac:chgData name="Jordan Henderson" userId="1aefba67a2305a7d" providerId="LiveId" clId="{544928A6-073F-4C18-B400-8A94CC0698F1}" dt="2025-10-21T01:22:24.932" v="792" actId="20577"/>
          <ac:spMkLst>
            <pc:docMk/>
            <pc:sldMk cId="526142843" sldId="263"/>
            <ac:spMk id="4" creationId="{BC37C58B-4537-AFDB-A5E7-BDCB7365A465}"/>
          </ac:spMkLst>
        </pc:spChg>
        <pc:picChg chg="add mod">
          <ac:chgData name="Jordan Henderson" userId="1aefba67a2305a7d" providerId="LiveId" clId="{544928A6-073F-4C18-B400-8A94CC0698F1}" dt="2025-10-16T18:38:27.596" v="21" actId="1076"/>
          <ac:picMkLst>
            <pc:docMk/>
            <pc:sldMk cId="526142843" sldId="263"/>
            <ac:picMk id="11" creationId="{051288BF-6ED4-633E-CD2A-FB8FA17B1959}"/>
          </ac:picMkLst>
        </pc:picChg>
      </pc:sldChg>
      <pc:sldChg chg="addSp delSp modSp mod">
        <pc:chgData name="Jordan Henderson" userId="1aefba67a2305a7d" providerId="LiveId" clId="{544928A6-073F-4C18-B400-8A94CC0698F1}" dt="2025-10-21T02:48:55.404" v="1779" actId="20577"/>
        <pc:sldMkLst>
          <pc:docMk/>
          <pc:sldMk cId="1015285371" sldId="264"/>
        </pc:sldMkLst>
        <pc:spChg chg="add del mod">
          <ac:chgData name="Jordan Henderson" userId="1aefba67a2305a7d" providerId="LiveId" clId="{544928A6-073F-4C18-B400-8A94CC0698F1}" dt="2025-10-21T02:02:54.329" v="1030" actId="478"/>
          <ac:spMkLst>
            <pc:docMk/>
            <pc:sldMk cId="1015285371" sldId="264"/>
            <ac:spMk id="2" creationId="{86349407-B508-0C32-2336-E8995706F336}"/>
          </ac:spMkLst>
        </pc:spChg>
        <pc:spChg chg="mod">
          <ac:chgData name="Jordan Henderson" userId="1aefba67a2305a7d" providerId="LiveId" clId="{544928A6-073F-4C18-B400-8A94CC0698F1}" dt="2025-10-21T02:48:55.404" v="1779" actId="20577"/>
          <ac:spMkLst>
            <pc:docMk/>
            <pc:sldMk cId="1015285371" sldId="264"/>
            <ac:spMk id="4" creationId="{E34DE991-B7F5-F797-85CE-000A70403FB4}"/>
          </ac:spMkLst>
        </pc:spChg>
        <pc:picChg chg="add mod">
          <ac:chgData name="Jordan Henderson" userId="1aefba67a2305a7d" providerId="LiveId" clId="{544928A6-073F-4C18-B400-8A94CC0698F1}" dt="2025-10-16T18:39:44.341" v="23" actId="1076"/>
          <ac:picMkLst>
            <pc:docMk/>
            <pc:sldMk cId="1015285371" sldId="264"/>
            <ac:picMk id="13" creationId="{2EFACC10-8F00-92C2-833D-7F2EE8EFBFCA}"/>
          </ac:picMkLst>
        </pc:picChg>
      </pc:sldChg>
      <pc:sldChg chg="addSp delSp modSp add del mod">
        <pc:chgData name="Jordan Henderson" userId="1aefba67a2305a7d" providerId="LiveId" clId="{544928A6-073F-4C18-B400-8A94CC0698F1}" dt="2025-10-21T02:27:21.259" v="1733" actId="20577"/>
        <pc:sldMkLst>
          <pc:docMk/>
          <pc:sldMk cId="3240098238" sldId="265"/>
        </pc:sldMkLst>
        <pc:spChg chg="del">
          <ac:chgData name="Jordan Henderson" userId="1aefba67a2305a7d" providerId="LiveId" clId="{544928A6-073F-4C18-B400-8A94CC0698F1}" dt="2025-10-20T22:54:58.051" v="229" actId="478"/>
          <ac:spMkLst>
            <pc:docMk/>
            <pc:sldMk cId="3240098238" sldId="265"/>
            <ac:spMk id="2" creationId="{E2ED38F3-1ECA-E993-0815-D79695E58680}"/>
          </ac:spMkLst>
        </pc:spChg>
        <pc:spChg chg="add del mod">
          <ac:chgData name="Jordan Henderson" userId="1aefba67a2305a7d" providerId="LiveId" clId="{544928A6-073F-4C18-B400-8A94CC0698F1}" dt="2025-10-20T22:55:01.637" v="231" actId="478"/>
          <ac:spMkLst>
            <pc:docMk/>
            <pc:sldMk cId="3240098238" sldId="265"/>
            <ac:spMk id="3" creationId="{B1AD590C-4B41-9987-70A6-5B994876A1D6}"/>
          </ac:spMkLst>
        </pc:spChg>
        <pc:spChg chg="add mod">
          <ac:chgData name="Jordan Henderson" userId="1aefba67a2305a7d" providerId="LiveId" clId="{544928A6-073F-4C18-B400-8A94CC0698F1}" dt="2025-10-21T02:27:21.259" v="1733" actId="20577"/>
          <ac:spMkLst>
            <pc:docMk/>
            <pc:sldMk cId="3240098238" sldId="265"/>
            <ac:spMk id="4" creationId="{B6675BE5-8AA1-A662-B5CE-51560062F2D2}"/>
          </ac:spMkLst>
        </pc:spChg>
        <pc:picChg chg="add mod">
          <ac:chgData name="Jordan Henderson" userId="1aefba67a2305a7d" providerId="LiveId" clId="{544928A6-073F-4C18-B400-8A94CC0698F1}" dt="2025-10-16T14:57:09.386" v="14" actId="1076"/>
          <ac:picMkLst>
            <pc:docMk/>
            <pc:sldMk cId="3240098238" sldId="265"/>
            <ac:picMk id="10" creationId="{94021844-4800-A4B6-08D0-2571AE9842AF}"/>
          </ac:picMkLst>
        </pc:picChg>
      </pc:sldChg>
      <pc:sldChg chg="addSp delSp modSp mod">
        <pc:chgData name="Jordan Henderson" userId="1aefba67a2305a7d" providerId="LiveId" clId="{544928A6-073F-4C18-B400-8A94CC0698F1}" dt="2025-10-21T01:21:59.710" v="788" actId="14100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5-10-21T01:21:59.710" v="788" actId="14100"/>
          <ac:spMkLst>
            <pc:docMk/>
            <pc:sldMk cId="222971204" sldId="266"/>
            <ac:spMk id="4" creationId="{2C4E73E2-2D8C-DE62-959D-87400A970384}"/>
          </ac:spMkLst>
        </pc:spChg>
        <pc:picChg chg="add mod">
          <ac:chgData name="Jordan Henderson" userId="1aefba67a2305a7d" providerId="LiveId" clId="{544928A6-073F-4C18-B400-8A94CC0698F1}" dt="2025-10-16T14:57:28.299" v="16" actId="1076"/>
          <ac:picMkLst>
            <pc:docMk/>
            <pc:sldMk cId="222971204" sldId="266"/>
            <ac:picMk id="10" creationId="{5DFD5341-D108-A56C-C517-B43F5261C9C7}"/>
          </ac:picMkLst>
        </pc:picChg>
      </pc:sldChg>
      <pc:sldChg chg="addSp delSp modSp mod">
        <pc:chgData name="Jordan Henderson" userId="1aefba67a2305a7d" providerId="LiveId" clId="{544928A6-073F-4C18-B400-8A94CC0698F1}" dt="2025-10-21T02:27:16.312" v="1731" actId="20577"/>
        <pc:sldMkLst>
          <pc:docMk/>
          <pc:sldMk cId="1378358034" sldId="268"/>
        </pc:sldMkLst>
        <pc:spChg chg="add mod">
          <ac:chgData name="Jordan Henderson" userId="1aefba67a2305a7d" providerId="LiveId" clId="{544928A6-073F-4C18-B400-8A94CC0698F1}" dt="2025-10-21T02:27:16.312" v="1731" actId="20577"/>
          <ac:spMkLst>
            <pc:docMk/>
            <pc:sldMk cId="1378358034" sldId="268"/>
            <ac:spMk id="2" creationId="{AA02B285-2A98-9E64-EE1C-622A21D5CAD0}"/>
          </ac:spMkLst>
        </pc:spChg>
        <pc:spChg chg="del mod">
          <ac:chgData name="Jordan Henderson" userId="1aefba67a2305a7d" providerId="LiveId" clId="{544928A6-073F-4C18-B400-8A94CC0698F1}" dt="2025-10-20T22:55:15.366" v="244" actId="478"/>
          <ac:spMkLst>
            <pc:docMk/>
            <pc:sldMk cId="1378358034" sldId="268"/>
            <ac:spMk id="4" creationId="{11518854-A0F4-742C-E196-774266BF705D}"/>
          </ac:spMkLst>
        </pc:spChg>
        <pc:picChg chg="add mod">
          <ac:chgData name="Jordan Henderson" userId="1aefba67a2305a7d" providerId="LiveId" clId="{544928A6-073F-4C18-B400-8A94CC0698F1}" dt="2025-10-16T14:57:56.177" v="18" actId="1076"/>
          <ac:picMkLst>
            <pc:docMk/>
            <pc:sldMk cId="1378358034" sldId="268"/>
            <ac:picMk id="7" creationId="{C074DE75-BEF4-86AC-2A6C-E050451828BF}"/>
          </ac:picMkLst>
        </pc:picChg>
      </pc:sldChg>
      <pc:sldChg chg="delSp add del mod">
        <pc:chgData name="Jordan Henderson" userId="1aefba67a2305a7d" providerId="LiveId" clId="{544928A6-073F-4C18-B400-8A94CC0698F1}" dt="2025-10-16T18:48:19.507" v="44" actId="47"/>
        <pc:sldMkLst>
          <pc:docMk/>
          <pc:sldMk cId="1988490266" sldId="269"/>
        </pc:sldMkLst>
      </pc:sldChg>
      <pc:sldChg chg="add del">
        <pc:chgData name="Jordan Henderson" userId="1aefba67a2305a7d" providerId="LiveId" clId="{544928A6-073F-4C18-B400-8A94CC0698F1}" dt="2025-10-16T18:48:17.454" v="43" actId="47"/>
        <pc:sldMkLst>
          <pc:docMk/>
          <pc:sldMk cId="3877668492" sldId="270"/>
        </pc:sldMkLst>
      </pc:sldChg>
      <pc:sldChg chg="addSp modSp add mod">
        <pc:chgData name="Jordan Henderson" userId="1aefba67a2305a7d" providerId="LiveId" clId="{544928A6-073F-4C18-B400-8A94CC0698F1}" dt="2025-10-21T01:11:45.391" v="713" actId="20577"/>
        <pc:sldMkLst>
          <pc:docMk/>
          <pc:sldMk cId="141343085" sldId="271"/>
        </pc:sldMkLst>
        <pc:spChg chg="mod">
          <ac:chgData name="Jordan Henderson" userId="1aefba67a2305a7d" providerId="LiveId" clId="{544928A6-073F-4C18-B400-8A94CC0698F1}" dt="2025-10-21T01:11:45.391" v="713" actId="20577"/>
          <ac:spMkLst>
            <pc:docMk/>
            <pc:sldMk cId="141343085" sldId="271"/>
            <ac:spMk id="4" creationId="{2AB5BFEA-71C0-84D3-3672-78614A84798E}"/>
          </ac:spMkLst>
        </pc:spChg>
        <pc:picChg chg="add mod">
          <ac:chgData name="Jordan Henderson" userId="1aefba67a2305a7d" providerId="LiveId" clId="{544928A6-073F-4C18-B400-8A94CC0698F1}" dt="2025-10-16T18:48:13.962" v="42" actId="1076"/>
          <ac:picMkLst>
            <pc:docMk/>
            <pc:sldMk cId="141343085" sldId="271"/>
            <ac:picMk id="3" creationId="{29E3ECE4-63A4-3395-500F-48E18A2A9908}"/>
          </ac:picMkLst>
        </pc:picChg>
      </pc:sldChg>
      <pc:sldChg chg="addSp modSp add mod">
        <pc:chgData name="Jordan Henderson" userId="1aefba67a2305a7d" providerId="LiveId" clId="{544928A6-073F-4C18-B400-8A94CC0698F1}" dt="2025-10-21T01:22:38.848" v="793" actId="20577"/>
        <pc:sldMkLst>
          <pc:docMk/>
          <pc:sldMk cId="3276717602" sldId="272"/>
        </pc:sldMkLst>
        <pc:spChg chg="mod">
          <ac:chgData name="Jordan Henderson" userId="1aefba67a2305a7d" providerId="LiveId" clId="{544928A6-073F-4C18-B400-8A94CC0698F1}" dt="2025-10-21T01:22:38.848" v="793" actId="20577"/>
          <ac:spMkLst>
            <pc:docMk/>
            <pc:sldMk cId="3276717602" sldId="272"/>
            <ac:spMk id="4" creationId="{523F01DE-058C-44FD-78AF-E7F3421E0D9D}"/>
          </ac:spMkLst>
        </pc:spChg>
        <pc:picChg chg="add mod">
          <ac:chgData name="Jordan Henderson" userId="1aefba67a2305a7d" providerId="LiveId" clId="{544928A6-073F-4C18-B400-8A94CC0698F1}" dt="2025-10-16T18:46:08.483" v="39" actId="1076"/>
          <ac:picMkLst>
            <pc:docMk/>
            <pc:sldMk cId="3276717602" sldId="272"/>
            <ac:picMk id="3" creationId="{24A44DDC-06F8-0EB7-16EC-87519BB0E09D}"/>
          </ac:picMkLst>
        </pc:picChg>
      </pc:sldChg>
      <pc:sldChg chg="addSp modSp add mod">
        <pc:chgData name="Jordan Henderson" userId="1aefba67a2305a7d" providerId="LiveId" clId="{544928A6-073F-4C18-B400-8A94CC0698F1}" dt="2025-10-21T02:55:45.008" v="1828" actId="20577"/>
        <pc:sldMkLst>
          <pc:docMk/>
          <pc:sldMk cId="1603740041" sldId="273"/>
        </pc:sldMkLst>
        <pc:spChg chg="mod">
          <ac:chgData name="Jordan Henderson" userId="1aefba67a2305a7d" providerId="LiveId" clId="{544928A6-073F-4C18-B400-8A94CC0698F1}" dt="2025-10-21T02:55:45.008" v="1828" actId="20577"/>
          <ac:spMkLst>
            <pc:docMk/>
            <pc:sldMk cId="1603740041" sldId="273"/>
            <ac:spMk id="4" creationId="{27D7FD79-EE9D-BD59-BA25-474A105289FA}"/>
          </ac:spMkLst>
        </pc:spChg>
        <pc:picChg chg="add mod">
          <ac:chgData name="Jordan Henderson" userId="1aefba67a2305a7d" providerId="LiveId" clId="{544928A6-073F-4C18-B400-8A94CC0698F1}" dt="2025-10-16T18:55:51.198" v="49" actId="1076"/>
          <ac:picMkLst>
            <pc:docMk/>
            <pc:sldMk cId="1603740041" sldId="273"/>
            <ac:picMk id="3" creationId="{79691E1B-E4B3-3C74-819B-4200FD69F798}"/>
          </ac:picMkLst>
        </pc:picChg>
      </pc:sldChg>
      <pc:sldChg chg="addSp modSp add mod">
        <pc:chgData name="Jordan Henderson" userId="1aefba67a2305a7d" providerId="LiveId" clId="{544928A6-073F-4C18-B400-8A94CC0698F1}" dt="2025-10-20T23:11:29.982" v="471" actId="20577"/>
        <pc:sldMkLst>
          <pc:docMk/>
          <pc:sldMk cId="1780909923" sldId="274"/>
        </pc:sldMkLst>
        <pc:spChg chg="mod">
          <ac:chgData name="Jordan Henderson" userId="1aefba67a2305a7d" providerId="LiveId" clId="{544928A6-073F-4C18-B400-8A94CC0698F1}" dt="2025-10-20T23:11:29.982" v="471" actId="20577"/>
          <ac:spMkLst>
            <pc:docMk/>
            <pc:sldMk cId="1780909923" sldId="274"/>
            <ac:spMk id="4" creationId="{3DBF1C25-353F-1C3F-4DAC-150CA33A7F68}"/>
          </ac:spMkLst>
        </pc:spChg>
        <pc:picChg chg="add mod">
          <ac:chgData name="Jordan Henderson" userId="1aefba67a2305a7d" providerId="LiveId" clId="{544928A6-073F-4C18-B400-8A94CC0698F1}" dt="2025-10-16T18:53:45.536" v="47" actId="1076"/>
          <ac:picMkLst>
            <pc:docMk/>
            <pc:sldMk cId="1780909923" sldId="274"/>
            <ac:picMk id="3" creationId="{F8C55755-7C9F-87E1-71B0-67A6869C950C}"/>
          </ac:picMkLst>
        </pc:picChg>
      </pc:sldChg>
      <pc:sldChg chg="addSp modSp add mod">
        <pc:chgData name="Jordan Henderson" userId="1aefba67a2305a7d" providerId="LiveId" clId="{544928A6-073F-4C18-B400-8A94CC0698F1}" dt="2025-10-20T23:13:22.877" v="587" actId="20577"/>
        <pc:sldMkLst>
          <pc:docMk/>
          <pc:sldMk cId="2629356473" sldId="275"/>
        </pc:sldMkLst>
        <pc:spChg chg="mod">
          <ac:chgData name="Jordan Henderson" userId="1aefba67a2305a7d" providerId="LiveId" clId="{544928A6-073F-4C18-B400-8A94CC0698F1}" dt="2025-10-20T23:13:22.877" v="587" actId="20577"/>
          <ac:spMkLst>
            <pc:docMk/>
            <pc:sldMk cId="2629356473" sldId="275"/>
            <ac:spMk id="4" creationId="{EFBBA82E-4947-1C3E-9D15-9E6E6BB600DA}"/>
          </ac:spMkLst>
        </pc:spChg>
        <pc:picChg chg="add mod">
          <ac:chgData name="Jordan Henderson" userId="1aefba67a2305a7d" providerId="LiveId" clId="{544928A6-073F-4C18-B400-8A94CC0698F1}" dt="2025-10-16T19:26:34.273" v="107" actId="1076"/>
          <ac:picMkLst>
            <pc:docMk/>
            <pc:sldMk cId="2629356473" sldId="275"/>
            <ac:picMk id="3" creationId="{3CBBF389-7C7F-9138-55DF-E0A3D5F2F224}"/>
          </ac:picMkLst>
        </pc:picChg>
      </pc:sldChg>
      <pc:sldChg chg="addSp delSp modSp add mod">
        <pc:chgData name="Jordan Henderson" userId="1aefba67a2305a7d" providerId="LiveId" clId="{544928A6-073F-4C18-B400-8A94CC0698F1}" dt="2025-10-21T02:37:44.365" v="1772" actId="20577"/>
        <pc:sldMkLst>
          <pc:docMk/>
          <pc:sldMk cId="492609838" sldId="276"/>
        </pc:sldMkLst>
        <pc:spChg chg="add del mod">
          <ac:chgData name="Jordan Henderson" userId="1aefba67a2305a7d" providerId="LiveId" clId="{544928A6-073F-4C18-B400-8A94CC0698F1}" dt="2025-10-21T01:39:33.142" v="1006" actId="478"/>
          <ac:spMkLst>
            <pc:docMk/>
            <pc:sldMk cId="492609838" sldId="276"/>
            <ac:spMk id="2" creationId="{3414CD39-3AE5-9499-E395-4964BA1B3BF3}"/>
          </ac:spMkLst>
        </pc:spChg>
        <pc:spChg chg="del">
          <ac:chgData name="Jordan Henderson" userId="1aefba67a2305a7d" providerId="LiveId" clId="{544928A6-073F-4C18-B400-8A94CC0698F1}" dt="2025-10-20T23:17:56.994" v="650" actId="478"/>
          <ac:spMkLst>
            <pc:docMk/>
            <pc:sldMk cId="492609838" sldId="276"/>
            <ac:spMk id="4" creationId="{A008564B-7083-A6F7-6E1A-9DD87975B83C}"/>
          </ac:spMkLst>
        </pc:spChg>
        <pc:spChg chg="add mod">
          <ac:chgData name="Jordan Henderson" userId="1aefba67a2305a7d" providerId="LiveId" clId="{544928A6-073F-4C18-B400-8A94CC0698F1}" dt="2025-10-21T02:37:44.365" v="1772" actId="20577"/>
          <ac:spMkLst>
            <pc:docMk/>
            <pc:sldMk cId="492609838" sldId="276"/>
            <ac:spMk id="5" creationId="{D4DC635A-620C-CBD2-366A-31CA6FD0C433}"/>
          </ac:spMkLst>
        </pc:spChg>
        <pc:picChg chg="add mod">
          <ac:chgData name="Jordan Henderson" userId="1aefba67a2305a7d" providerId="LiveId" clId="{544928A6-073F-4C18-B400-8A94CC0698F1}" dt="2025-10-16T19:01:56.188" v="62" actId="1076"/>
          <ac:picMkLst>
            <pc:docMk/>
            <pc:sldMk cId="492609838" sldId="276"/>
            <ac:picMk id="3" creationId="{C23655D5-9C38-21F2-B0DB-DD19D4125A07}"/>
          </ac:picMkLst>
        </pc:picChg>
      </pc:sldChg>
      <pc:sldChg chg="addSp delSp modSp add mod">
        <pc:chgData name="Jordan Henderson" userId="1aefba67a2305a7d" providerId="LiveId" clId="{544928A6-073F-4C18-B400-8A94CC0698F1}" dt="2025-10-21T02:07:42.161" v="1314" actId="478"/>
        <pc:sldMkLst>
          <pc:docMk/>
          <pc:sldMk cId="811597399" sldId="277"/>
        </pc:sldMkLst>
        <pc:spChg chg="add del">
          <ac:chgData name="Jordan Henderson" userId="1aefba67a2305a7d" providerId="LiveId" clId="{544928A6-073F-4C18-B400-8A94CC0698F1}" dt="2025-10-21T02:07:42.161" v="1314" actId="478"/>
          <ac:spMkLst>
            <pc:docMk/>
            <pc:sldMk cId="811597399" sldId="277"/>
            <ac:spMk id="2" creationId="{A87DA85F-77AE-961D-4EA0-84109DEDEDB5}"/>
          </ac:spMkLst>
        </pc:spChg>
        <pc:spChg chg="mod">
          <ac:chgData name="Jordan Henderson" userId="1aefba67a2305a7d" providerId="LiveId" clId="{544928A6-073F-4C18-B400-8A94CC0698F1}" dt="2025-10-21T02:07:35.845" v="1313" actId="20577"/>
          <ac:spMkLst>
            <pc:docMk/>
            <pc:sldMk cId="811597399" sldId="277"/>
            <ac:spMk id="4" creationId="{606F3279-F3D0-1E87-A068-743C81332777}"/>
          </ac:spMkLst>
        </pc:spChg>
        <pc:picChg chg="add mod">
          <ac:chgData name="Jordan Henderson" userId="1aefba67a2305a7d" providerId="LiveId" clId="{544928A6-073F-4C18-B400-8A94CC0698F1}" dt="2025-10-16T18:45:02.755" v="36" actId="1076"/>
          <ac:picMkLst>
            <pc:docMk/>
            <pc:sldMk cId="811597399" sldId="277"/>
            <ac:picMk id="6" creationId="{F1B3F470-82F5-21EE-0125-2B7AC10900EB}"/>
          </ac:picMkLst>
        </pc:picChg>
      </pc:sldChg>
      <pc:sldChg chg="addSp modSp add mod">
        <pc:chgData name="Jordan Henderson" userId="1aefba67a2305a7d" providerId="LiveId" clId="{544928A6-073F-4C18-B400-8A94CC0698F1}" dt="2025-10-20T22:58:42.485" v="382" actId="20577"/>
        <pc:sldMkLst>
          <pc:docMk/>
          <pc:sldMk cId="1389998664" sldId="278"/>
        </pc:sldMkLst>
        <pc:spChg chg="mod">
          <ac:chgData name="Jordan Henderson" userId="1aefba67a2305a7d" providerId="LiveId" clId="{544928A6-073F-4C18-B400-8A94CC0698F1}" dt="2025-10-20T22:58:42.485" v="382" actId="20577"/>
          <ac:spMkLst>
            <pc:docMk/>
            <pc:sldMk cId="1389998664" sldId="278"/>
            <ac:spMk id="4" creationId="{3A8D4898-57A7-660A-1620-7DB0680B598D}"/>
          </ac:spMkLst>
        </pc:spChg>
        <pc:picChg chg="add mod">
          <ac:chgData name="Jordan Henderson" userId="1aefba67a2305a7d" providerId="LiveId" clId="{544928A6-073F-4C18-B400-8A94CC0698F1}" dt="2025-10-16T18:58:36.408" v="52" actId="1076"/>
          <ac:picMkLst>
            <pc:docMk/>
            <pc:sldMk cId="1389998664" sldId="278"/>
            <ac:picMk id="3" creationId="{431AA44A-3087-46B3-BFE9-A06344F7D3AC}"/>
          </ac:picMkLst>
        </pc:picChg>
      </pc:sldChg>
      <pc:sldChg chg="addSp delSp modSp add mod">
        <pc:chgData name="Jordan Henderson" userId="1aefba67a2305a7d" providerId="LiveId" clId="{544928A6-073F-4C18-B400-8A94CC0698F1}" dt="2025-10-20T23:14:07.098" v="597" actId="20577"/>
        <pc:sldMkLst>
          <pc:docMk/>
          <pc:sldMk cId="303867047" sldId="279"/>
        </pc:sldMkLst>
        <pc:spChg chg="add mod">
          <ac:chgData name="Jordan Henderson" userId="1aefba67a2305a7d" providerId="LiveId" clId="{544928A6-073F-4C18-B400-8A94CC0698F1}" dt="2025-10-20T23:14:07.098" v="597" actId="20577"/>
          <ac:spMkLst>
            <pc:docMk/>
            <pc:sldMk cId="303867047" sldId="279"/>
            <ac:spMk id="2" creationId="{2E9DF72D-3392-CDE3-1075-AB147551E4B0}"/>
          </ac:spMkLst>
        </pc:spChg>
        <pc:spChg chg="del">
          <ac:chgData name="Jordan Henderson" userId="1aefba67a2305a7d" providerId="LiveId" clId="{544928A6-073F-4C18-B400-8A94CC0698F1}" dt="2025-10-20T23:13:53.987" v="589" actId="478"/>
          <ac:spMkLst>
            <pc:docMk/>
            <pc:sldMk cId="303867047" sldId="279"/>
            <ac:spMk id="4" creationId="{4F5C8CEA-9162-F5C6-FCFE-BBFA6071BF3D}"/>
          </ac:spMkLst>
        </pc:spChg>
        <pc:picChg chg="add mod">
          <ac:chgData name="Jordan Henderson" userId="1aefba67a2305a7d" providerId="LiveId" clId="{544928A6-073F-4C18-B400-8A94CC0698F1}" dt="2025-10-16T19:24:47.808" v="99" actId="1076"/>
          <ac:picMkLst>
            <pc:docMk/>
            <pc:sldMk cId="303867047" sldId="279"/>
            <ac:picMk id="3" creationId="{ABC00523-0B3B-ECFC-A3AD-E843C624947D}"/>
          </ac:picMkLst>
        </pc:picChg>
      </pc:sldChg>
      <pc:sldChg chg="addSp delSp modSp add mod">
        <pc:chgData name="Jordan Henderson" userId="1aefba67a2305a7d" providerId="LiveId" clId="{544928A6-073F-4C18-B400-8A94CC0698F1}" dt="2025-10-21T02:50:18.904" v="1803" actId="20577"/>
        <pc:sldMkLst>
          <pc:docMk/>
          <pc:sldMk cId="1380577864" sldId="280"/>
        </pc:sldMkLst>
        <pc:spChg chg="add del mod">
          <ac:chgData name="Jordan Henderson" userId="1aefba67a2305a7d" providerId="LiveId" clId="{544928A6-073F-4C18-B400-8A94CC0698F1}" dt="2025-10-21T02:08:54.659" v="1340" actId="478"/>
          <ac:spMkLst>
            <pc:docMk/>
            <pc:sldMk cId="1380577864" sldId="280"/>
            <ac:spMk id="2" creationId="{01663F7E-25C8-AFB2-F96C-477ECC4EB67B}"/>
          </ac:spMkLst>
        </pc:spChg>
        <pc:spChg chg="mod">
          <ac:chgData name="Jordan Henderson" userId="1aefba67a2305a7d" providerId="LiveId" clId="{544928A6-073F-4C18-B400-8A94CC0698F1}" dt="2025-10-21T02:50:18.904" v="1803" actId="20577"/>
          <ac:spMkLst>
            <pc:docMk/>
            <pc:sldMk cId="1380577864" sldId="280"/>
            <ac:spMk id="4" creationId="{B1A6378C-0ABA-5323-A259-7478F083BEB9}"/>
          </ac:spMkLst>
        </pc:spChg>
        <pc:picChg chg="add mod">
          <ac:chgData name="Jordan Henderson" userId="1aefba67a2305a7d" providerId="LiveId" clId="{544928A6-073F-4C18-B400-8A94CC0698F1}" dt="2025-10-16T19:23:17.726" v="95" actId="1076"/>
          <ac:picMkLst>
            <pc:docMk/>
            <pc:sldMk cId="1380577864" sldId="280"/>
            <ac:picMk id="3" creationId="{30C8624A-6959-457C-7F5F-1562238BB891}"/>
          </ac:picMkLst>
        </pc:picChg>
      </pc:sldChg>
      <pc:sldChg chg="addSp delSp modSp add mod">
        <pc:chgData name="Jordan Henderson" userId="1aefba67a2305a7d" providerId="LiveId" clId="{544928A6-073F-4C18-B400-8A94CC0698F1}" dt="2025-10-20T23:15:01.691" v="607"/>
        <pc:sldMkLst>
          <pc:docMk/>
          <pc:sldMk cId="3271883826" sldId="281"/>
        </pc:sldMkLst>
        <pc:spChg chg="add mod">
          <ac:chgData name="Jordan Henderson" userId="1aefba67a2305a7d" providerId="LiveId" clId="{544928A6-073F-4C18-B400-8A94CC0698F1}" dt="2025-10-20T23:15:01.691" v="607"/>
          <ac:spMkLst>
            <pc:docMk/>
            <pc:sldMk cId="3271883826" sldId="281"/>
            <ac:spMk id="2" creationId="{26D270BF-0260-A79F-79ED-A1CF1877E1E5}"/>
          </ac:spMkLst>
        </pc:spChg>
        <pc:spChg chg="del mod">
          <ac:chgData name="Jordan Henderson" userId="1aefba67a2305a7d" providerId="LiveId" clId="{544928A6-073F-4C18-B400-8A94CC0698F1}" dt="2025-10-20T23:15:01.277" v="606" actId="478"/>
          <ac:spMkLst>
            <pc:docMk/>
            <pc:sldMk cId="3271883826" sldId="281"/>
            <ac:spMk id="4" creationId="{9C967D99-ECCE-A802-21E5-7FEE71B799AF}"/>
          </ac:spMkLst>
        </pc:spChg>
        <pc:picChg chg="add mod">
          <ac:chgData name="Jordan Henderson" userId="1aefba67a2305a7d" providerId="LiveId" clId="{544928A6-073F-4C18-B400-8A94CC0698F1}" dt="2025-10-16T19:22:09.333" v="92" actId="1076"/>
          <ac:picMkLst>
            <pc:docMk/>
            <pc:sldMk cId="3271883826" sldId="281"/>
            <ac:picMk id="3" creationId="{906371B0-C348-3ACE-D1F2-25BB50A7DB70}"/>
          </ac:picMkLst>
        </pc:picChg>
      </pc:sldChg>
      <pc:sldChg chg="addSp delSp modSp add mod">
        <pc:chgData name="Jordan Henderson" userId="1aefba67a2305a7d" providerId="LiveId" clId="{544928A6-073F-4C18-B400-8A94CC0698F1}" dt="2025-10-21T02:10:45.468" v="1430" actId="20577"/>
        <pc:sldMkLst>
          <pc:docMk/>
          <pc:sldMk cId="1119270574" sldId="282"/>
        </pc:sldMkLst>
        <pc:spChg chg="add del mod">
          <ac:chgData name="Jordan Henderson" userId="1aefba67a2305a7d" providerId="LiveId" clId="{544928A6-073F-4C18-B400-8A94CC0698F1}" dt="2025-10-21T01:35:40.747" v="837" actId="478"/>
          <ac:spMkLst>
            <pc:docMk/>
            <pc:sldMk cId="1119270574" sldId="282"/>
            <ac:spMk id="2" creationId="{26777648-8D19-DED9-5E8F-23029755524D}"/>
          </ac:spMkLst>
        </pc:spChg>
        <pc:spChg chg="mod">
          <ac:chgData name="Jordan Henderson" userId="1aefba67a2305a7d" providerId="LiveId" clId="{544928A6-073F-4C18-B400-8A94CC0698F1}" dt="2025-10-21T02:10:45.468" v="1430" actId="20577"/>
          <ac:spMkLst>
            <pc:docMk/>
            <pc:sldMk cId="1119270574" sldId="282"/>
            <ac:spMk id="4" creationId="{EA7B2560-692C-6A00-8E42-B95C9B3FB9F6}"/>
          </ac:spMkLst>
        </pc:spChg>
        <pc:spChg chg="add mod">
          <ac:chgData name="Jordan Henderson" userId="1aefba67a2305a7d" providerId="LiveId" clId="{544928A6-073F-4C18-B400-8A94CC0698F1}" dt="2025-10-21T01:31:52.215" v="836" actId="1076"/>
          <ac:spMkLst>
            <pc:docMk/>
            <pc:sldMk cId="1119270574" sldId="282"/>
            <ac:spMk id="5" creationId="{F5A181AF-0FB4-D06F-924D-FF2CEF5AC065}"/>
          </ac:spMkLst>
        </pc:spChg>
        <pc:picChg chg="add mod">
          <ac:chgData name="Jordan Henderson" userId="1aefba67a2305a7d" providerId="LiveId" clId="{544928A6-073F-4C18-B400-8A94CC0698F1}" dt="2025-10-16T19:18:41.215" v="88" actId="14100"/>
          <ac:picMkLst>
            <pc:docMk/>
            <pc:sldMk cId="1119270574" sldId="282"/>
            <ac:picMk id="3" creationId="{C0B1C67A-046E-0274-D79F-97F6BD73763F}"/>
          </ac:picMkLst>
        </pc:picChg>
        <pc:cxnChg chg="add del mod">
          <ac:chgData name="Jordan Henderson" userId="1aefba67a2305a7d" providerId="LiveId" clId="{544928A6-073F-4C18-B400-8A94CC0698F1}" dt="2025-10-21T01:31:29.120" v="830" actId="478"/>
          <ac:cxnSpMkLst>
            <pc:docMk/>
            <pc:sldMk cId="1119270574" sldId="282"/>
            <ac:cxnSpMk id="7" creationId="{69E9E100-12F4-9A6C-0B21-DA02771EC8C2}"/>
          </ac:cxnSpMkLst>
        </pc:cxnChg>
        <pc:cxnChg chg="add mod">
          <ac:chgData name="Jordan Henderson" userId="1aefba67a2305a7d" providerId="LiveId" clId="{544928A6-073F-4C18-B400-8A94CC0698F1}" dt="2025-10-21T01:31:40.990" v="833" actId="13822"/>
          <ac:cxnSpMkLst>
            <pc:docMk/>
            <pc:sldMk cId="1119270574" sldId="282"/>
            <ac:cxnSpMk id="10" creationId="{F6D7535F-FC4D-D5D0-7B9F-E9218F8289A4}"/>
          </ac:cxnSpMkLst>
        </pc:cxnChg>
      </pc:sldChg>
      <pc:sldChg chg="addSp delSp modSp add mod">
        <pc:chgData name="Jordan Henderson" userId="1aefba67a2305a7d" providerId="LiveId" clId="{544928A6-073F-4C18-B400-8A94CC0698F1}" dt="2025-10-21T02:11:59.439" v="1468" actId="5793"/>
        <pc:sldMkLst>
          <pc:docMk/>
          <pc:sldMk cId="1096334798" sldId="283"/>
        </pc:sldMkLst>
        <pc:spChg chg="add del">
          <ac:chgData name="Jordan Henderson" userId="1aefba67a2305a7d" providerId="LiveId" clId="{544928A6-073F-4C18-B400-8A94CC0698F1}" dt="2025-10-21T02:11:37.700" v="1455" actId="478"/>
          <ac:spMkLst>
            <pc:docMk/>
            <pc:sldMk cId="1096334798" sldId="283"/>
            <ac:spMk id="2" creationId="{DE6E8A63-267E-B7FA-9FDB-5BB944B85A34}"/>
          </ac:spMkLst>
        </pc:spChg>
        <pc:spChg chg="mod">
          <ac:chgData name="Jordan Henderson" userId="1aefba67a2305a7d" providerId="LiveId" clId="{544928A6-073F-4C18-B400-8A94CC0698F1}" dt="2025-10-21T02:11:59.439" v="1468" actId="5793"/>
          <ac:spMkLst>
            <pc:docMk/>
            <pc:sldMk cId="1096334798" sldId="283"/>
            <ac:spMk id="4" creationId="{2540214C-2D27-F164-10A3-3A1B8A133030}"/>
          </ac:spMkLst>
        </pc:spChg>
        <pc:picChg chg="add mod">
          <ac:chgData name="Jordan Henderson" userId="1aefba67a2305a7d" providerId="LiveId" clId="{544928A6-073F-4C18-B400-8A94CC0698F1}" dt="2025-10-16T19:08:02.603" v="86" actId="1076"/>
          <ac:picMkLst>
            <pc:docMk/>
            <pc:sldMk cId="1096334798" sldId="283"/>
            <ac:picMk id="3" creationId="{3CAEA4C5-734A-E53A-D38A-58C8634C2BF7}"/>
          </ac:picMkLst>
        </pc:picChg>
      </pc:sldChg>
      <pc:sldChg chg="addSp delSp modSp add mod">
        <pc:chgData name="Jordan Henderson" userId="1aefba67a2305a7d" providerId="LiveId" clId="{544928A6-073F-4C18-B400-8A94CC0698F1}" dt="2025-10-21T02:14:56.890" v="1546" actId="478"/>
        <pc:sldMkLst>
          <pc:docMk/>
          <pc:sldMk cId="2535595908" sldId="284"/>
        </pc:sldMkLst>
        <pc:spChg chg="add del">
          <ac:chgData name="Jordan Henderson" userId="1aefba67a2305a7d" providerId="LiveId" clId="{544928A6-073F-4C18-B400-8A94CC0698F1}" dt="2025-10-21T02:14:56.890" v="1546" actId="478"/>
          <ac:spMkLst>
            <pc:docMk/>
            <pc:sldMk cId="2535595908" sldId="284"/>
            <ac:spMk id="2" creationId="{73ED1D5D-1D61-DE47-F511-E950AF58A647}"/>
          </ac:spMkLst>
        </pc:spChg>
        <pc:spChg chg="mod">
          <ac:chgData name="Jordan Henderson" userId="1aefba67a2305a7d" providerId="LiveId" clId="{544928A6-073F-4C18-B400-8A94CC0698F1}" dt="2025-10-21T02:14:53.366" v="1545" actId="20577"/>
          <ac:spMkLst>
            <pc:docMk/>
            <pc:sldMk cId="2535595908" sldId="284"/>
            <ac:spMk id="4" creationId="{25A1F467-FBAB-4DFF-4747-846A75B6E558}"/>
          </ac:spMkLst>
        </pc:spChg>
        <pc:picChg chg="add del mod">
          <ac:chgData name="Jordan Henderson" userId="1aefba67a2305a7d" providerId="LiveId" clId="{544928A6-073F-4C18-B400-8A94CC0698F1}" dt="2025-10-21T02:12:51.122" v="1478" actId="478"/>
          <ac:picMkLst>
            <pc:docMk/>
            <pc:sldMk cId="2535595908" sldId="284"/>
            <ac:picMk id="3" creationId="{35F3AF5D-E92A-E5AD-A4A8-752DA0495911}"/>
          </ac:picMkLst>
        </pc:picChg>
        <pc:picChg chg="add del mod">
          <ac:chgData name="Jordan Henderson" userId="1aefba67a2305a7d" providerId="LiveId" clId="{544928A6-073F-4C18-B400-8A94CC0698F1}" dt="2025-10-21T02:12:50.586" v="1477" actId="478"/>
          <ac:picMkLst>
            <pc:docMk/>
            <pc:sldMk cId="2535595908" sldId="284"/>
            <ac:picMk id="6" creationId="{608F555F-8153-9BF4-C93E-8AB2CE94DD47}"/>
          </ac:picMkLst>
        </pc:picChg>
        <pc:picChg chg="add mod modCrop">
          <ac:chgData name="Jordan Henderson" userId="1aefba67a2305a7d" providerId="LiveId" clId="{544928A6-073F-4C18-B400-8A94CC0698F1}" dt="2025-10-21T02:14:08.427" v="1513" actId="732"/>
          <ac:picMkLst>
            <pc:docMk/>
            <pc:sldMk cId="2535595908" sldId="284"/>
            <ac:picMk id="8" creationId="{A42500FD-46BD-2547-7EFD-379FBB8FBEEA}"/>
          </ac:picMkLst>
        </pc:picChg>
      </pc:sldChg>
      <pc:sldChg chg="addSp modSp add mod">
        <pc:chgData name="Jordan Henderson" userId="1aefba67a2305a7d" providerId="LiveId" clId="{544928A6-073F-4C18-B400-8A94CC0698F1}" dt="2025-10-21T02:37:31.803" v="1751" actId="20577"/>
        <pc:sldMkLst>
          <pc:docMk/>
          <pc:sldMk cId="1770305248" sldId="285"/>
        </pc:sldMkLst>
        <pc:spChg chg="mod">
          <ac:chgData name="Jordan Henderson" userId="1aefba67a2305a7d" providerId="LiveId" clId="{544928A6-073F-4C18-B400-8A94CC0698F1}" dt="2025-10-21T02:37:31.803" v="1751" actId="20577"/>
          <ac:spMkLst>
            <pc:docMk/>
            <pc:sldMk cId="1770305248" sldId="285"/>
            <ac:spMk id="4" creationId="{F74E41F6-9DEB-B9BC-6876-11FEEE5D4E09}"/>
          </ac:spMkLst>
        </pc:spChg>
        <pc:picChg chg="add mod">
          <ac:chgData name="Jordan Henderson" userId="1aefba67a2305a7d" providerId="LiveId" clId="{544928A6-073F-4C18-B400-8A94CC0698F1}" dt="2025-10-16T19:02:51.152" v="68" actId="1076"/>
          <ac:picMkLst>
            <pc:docMk/>
            <pc:sldMk cId="1770305248" sldId="285"/>
            <ac:picMk id="3" creationId="{51D76170-77C3-C067-9063-F6BE2C1DC194}"/>
          </ac:picMkLst>
        </pc:picChg>
      </pc:sldChg>
      <pc:sldChg chg="addSp modSp add mod">
        <pc:chgData name="Jordan Henderson" userId="1aefba67a2305a7d" providerId="LiveId" clId="{544928A6-073F-4C18-B400-8A94CC0698F1}" dt="2025-10-21T02:51:51.729" v="1827" actId="20577"/>
        <pc:sldMkLst>
          <pc:docMk/>
          <pc:sldMk cId="2900017730" sldId="286"/>
        </pc:sldMkLst>
        <pc:spChg chg="mod">
          <ac:chgData name="Jordan Henderson" userId="1aefba67a2305a7d" providerId="LiveId" clId="{544928A6-073F-4C18-B400-8A94CC0698F1}" dt="2025-10-21T02:51:51.729" v="1827" actId="20577"/>
          <ac:spMkLst>
            <pc:docMk/>
            <pc:sldMk cId="2900017730" sldId="286"/>
            <ac:spMk id="4" creationId="{D82FE840-8347-A9A9-6AB7-B1437FBA96E0}"/>
          </ac:spMkLst>
        </pc:spChg>
        <pc:picChg chg="add mod">
          <ac:chgData name="Jordan Henderson" userId="1aefba67a2305a7d" providerId="LiveId" clId="{544928A6-073F-4C18-B400-8A94CC0698F1}" dt="2025-10-16T19:34:03.473" v="123" actId="1076"/>
          <ac:picMkLst>
            <pc:docMk/>
            <pc:sldMk cId="2900017730" sldId="286"/>
            <ac:picMk id="3" creationId="{60D78D7B-ED5D-170E-DFDC-1D0A548A5FE0}"/>
          </ac:picMkLst>
        </pc:picChg>
        <pc:picChg chg="add mod">
          <ac:chgData name="Jordan Henderson" userId="1aefba67a2305a7d" providerId="LiveId" clId="{544928A6-073F-4C18-B400-8A94CC0698F1}" dt="2025-10-16T19:34:06.906" v="125" actId="1076"/>
          <ac:picMkLst>
            <pc:docMk/>
            <pc:sldMk cId="2900017730" sldId="286"/>
            <ac:picMk id="6" creationId="{C469F8F6-BA6F-B47D-7365-4423B6EFB740}"/>
          </ac:picMkLst>
        </pc:picChg>
        <pc:picChg chg="add mod">
          <ac:chgData name="Jordan Henderson" userId="1aefba67a2305a7d" providerId="LiveId" clId="{544928A6-073F-4C18-B400-8A94CC0698F1}" dt="2025-10-16T19:34:00.044" v="120" actId="1076"/>
          <ac:picMkLst>
            <pc:docMk/>
            <pc:sldMk cId="2900017730" sldId="286"/>
            <ac:picMk id="8" creationId="{30401A10-9D5E-9B69-38E1-6378E0281DD4}"/>
          </ac:picMkLst>
        </pc:picChg>
        <pc:picChg chg="add mod">
          <ac:chgData name="Jordan Henderson" userId="1aefba67a2305a7d" providerId="LiveId" clId="{544928A6-073F-4C18-B400-8A94CC0698F1}" dt="2025-10-16T19:35:08.837" v="128" actId="1076"/>
          <ac:picMkLst>
            <pc:docMk/>
            <pc:sldMk cId="2900017730" sldId="286"/>
            <ac:picMk id="10" creationId="{90299663-D216-C606-439B-6BE06D4C8FD4}"/>
          </ac:picMkLst>
        </pc:picChg>
      </pc:sldChg>
      <pc:sldChg chg="addSp modSp add mod">
        <pc:chgData name="Jordan Henderson" userId="1aefba67a2305a7d" providerId="LiveId" clId="{544928A6-073F-4C18-B400-8A94CC0698F1}" dt="2025-10-21T02:18:41.639" v="1729" actId="20577"/>
        <pc:sldMkLst>
          <pc:docMk/>
          <pc:sldMk cId="2821679502" sldId="287"/>
        </pc:sldMkLst>
        <pc:spChg chg="mod">
          <ac:chgData name="Jordan Henderson" userId="1aefba67a2305a7d" providerId="LiveId" clId="{544928A6-073F-4C18-B400-8A94CC0698F1}" dt="2025-10-21T02:18:41.639" v="1729" actId="20577"/>
          <ac:spMkLst>
            <pc:docMk/>
            <pc:sldMk cId="2821679502" sldId="287"/>
            <ac:spMk id="4" creationId="{B24CFB20-A6D7-CE6B-0176-6ECF5FB6F481}"/>
          </ac:spMkLst>
        </pc:spChg>
        <pc:picChg chg="add mod">
          <ac:chgData name="Jordan Henderson" userId="1aefba67a2305a7d" providerId="LiveId" clId="{544928A6-073F-4C18-B400-8A94CC0698F1}" dt="2025-10-16T19:35:51.552" v="130" actId="1076"/>
          <ac:picMkLst>
            <pc:docMk/>
            <pc:sldMk cId="2821679502" sldId="287"/>
            <ac:picMk id="3" creationId="{A986B256-8F31-8A25-0951-14B5C30B1679}"/>
          </ac:picMkLst>
        </pc:picChg>
      </pc:sldChg>
      <pc:sldChg chg="add del">
        <pc:chgData name="Jordan Henderson" userId="1aefba67a2305a7d" providerId="LiveId" clId="{544928A6-073F-4C18-B400-8A94CC0698F1}" dt="2025-10-21T02:18:34.457" v="1724" actId="47"/>
        <pc:sldMkLst>
          <pc:docMk/>
          <pc:sldMk cId="1136257520" sldId="288"/>
        </pc:sldMkLst>
      </pc:sldChg>
      <pc:sldChg chg="addSp delSp modSp add mod">
        <pc:chgData name="Jordan Henderson" userId="1aefba67a2305a7d" providerId="LiveId" clId="{544928A6-073F-4C18-B400-8A94CC0698F1}" dt="2025-10-21T02:50:05.918" v="1797" actId="20577"/>
        <pc:sldMkLst>
          <pc:docMk/>
          <pc:sldMk cId="682270575" sldId="289"/>
        </pc:sldMkLst>
        <pc:spChg chg="add del mod">
          <ac:chgData name="Jordan Henderson" userId="1aefba67a2305a7d" providerId="LiveId" clId="{544928A6-073F-4C18-B400-8A94CC0698F1}" dt="2025-10-21T02:07:59.143" v="1315" actId="478"/>
          <ac:spMkLst>
            <pc:docMk/>
            <pc:sldMk cId="682270575" sldId="289"/>
            <ac:spMk id="2" creationId="{3E12878F-48C3-A333-3F21-E7ED788BA898}"/>
          </ac:spMkLst>
        </pc:spChg>
        <pc:spChg chg="mod">
          <ac:chgData name="Jordan Henderson" userId="1aefba67a2305a7d" providerId="LiveId" clId="{544928A6-073F-4C18-B400-8A94CC0698F1}" dt="2025-10-21T02:50:05.918" v="1797" actId="20577"/>
          <ac:spMkLst>
            <pc:docMk/>
            <pc:sldMk cId="682270575" sldId="289"/>
            <ac:spMk id="4" creationId="{4C5DF179-A3CE-29E8-1FB6-8C9284EB36C6}"/>
          </ac:spMkLst>
        </pc:spChg>
        <pc:picChg chg="add mod">
          <ac:chgData name="Jordan Henderson" userId="1aefba67a2305a7d" providerId="LiveId" clId="{544928A6-073F-4C18-B400-8A94CC0698F1}" dt="2025-10-16T19:25:42.479" v="104" actId="1076"/>
          <ac:picMkLst>
            <pc:docMk/>
            <pc:sldMk cId="682270575" sldId="289"/>
            <ac:picMk id="3" creationId="{84B40496-CB48-0735-BE1C-215C8CC4AB73}"/>
          </ac:picMkLst>
        </pc:picChg>
      </pc:sldChg>
      <pc:sldChg chg="delSp modSp add mod">
        <pc:chgData name="Jordan Henderson" userId="1aefba67a2305a7d" providerId="LiveId" clId="{544928A6-073F-4C18-B400-8A94CC0698F1}" dt="2025-10-21T02:15:51.844" v="1597" actId="478"/>
        <pc:sldMkLst>
          <pc:docMk/>
          <pc:sldMk cId="2555788348" sldId="290"/>
        </pc:sldMkLst>
        <pc:spChg chg="del">
          <ac:chgData name="Jordan Henderson" userId="1aefba67a2305a7d" providerId="LiveId" clId="{544928A6-073F-4C18-B400-8A94CC0698F1}" dt="2025-10-21T02:15:51.844" v="1597" actId="478"/>
          <ac:spMkLst>
            <pc:docMk/>
            <pc:sldMk cId="2555788348" sldId="290"/>
            <ac:spMk id="2" creationId="{A355C48A-DB6C-7A9A-E028-5D87138FD9BE}"/>
          </ac:spMkLst>
        </pc:spChg>
        <pc:spChg chg="mod">
          <ac:chgData name="Jordan Henderson" userId="1aefba67a2305a7d" providerId="LiveId" clId="{544928A6-073F-4C18-B400-8A94CC0698F1}" dt="2025-10-21T02:15:46.168" v="1594" actId="20577"/>
          <ac:spMkLst>
            <pc:docMk/>
            <pc:sldMk cId="2555788348" sldId="290"/>
            <ac:spMk id="4" creationId="{BA664553-CAA2-D00E-E9E1-39E83DC7509D}"/>
          </ac:spMkLst>
        </pc:spChg>
        <pc:picChg chg="del">
          <ac:chgData name="Jordan Henderson" userId="1aefba67a2305a7d" providerId="LiveId" clId="{544928A6-073F-4C18-B400-8A94CC0698F1}" dt="2025-10-21T02:12:48.116" v="1475" actId="478"/>
          <ac:picMkLst>
            <pc:docMk/>
            <pc:sldMk cId="2555788348" sldId="290"/>
            <ac:picMk id="3" creationId="{AAD8E245-E4A2-8F37-51E8-DBBC7C007056}"/>
          </ac:picMkLst>
        </pc:picChg>
        <pc:picChg chg="mod">
          <ac:chgData name="Jordan Henderson" userId="1aefba67a2305a7d" providerId="LiveId" clId="{544928A6-073F-4C18-B400-8A94CC0698F1}" dt="2025-10-21T02:15:50.066" v="1596" actId="1076"/>
          <ac:picMkLst>
            <pc:docMk/>
            <pc:sldMk cId="2555788348" sldId="290"/>
            <ac:picMk id="6" creationId="{DF42B5F7-A41E-F3BE-0BA4-0B97AE423E74}"/>
          </ac:picMkLst>
        </pc:picChg>
        <pc:picChg chg="del">
          <ac:chgData name="Jordan Henderson" userId="1aefba67a2305a7d" providerId="LiveId" clId="{544928A6-073F-4C18-B400-8A94CC0698F1}" dt="2025-10-21T02:12:49.231" v="1476" actId="478"/>
          <ac:picMkLst>
            <pc:docMk/>
            <pc:sldMk cId="2555788348" sldId="290"/>
            <ac:picMk id="8" creationId="{CEB73784-814A-8E84-5A4C-C7533E09EAED}"/>
          </ac:picMkLst>
        </pc:picChg>
      </pc:sldChg>
      <pc:sldChg chg="delSp modSp add mod">
        <pc:chgData name="Jordan Henderson" userId="1aefba67a2305a7d" providerId="LiveId" clId="{544928A6-073F-4C18-B400-8A94CC0698F1}" dt="2025-10-21T02:16:27.177" v="1646" actId="1076"/>
        <pc:sldMkLst>
          <pc:docMk/>
          <pc:sldMk cId="2676907577" sldId="291"/>
        </pc:sldMkLst>
        <pc:spChg chg="del mod">
          <ac:chgData name="Jordan Henderson" userId="1aefba67a2305a7d" providerId="LiveId" clId="{544928A6-073F-4C18-B400-8A94CC0698F1}" dt="2025-10-21T02:16:23.726" v="1644" actId="478"/>
          <ac:spMkLst>
            <pc:docMk/>
            <pc:sldMk cId="2676907577" sldId="291"/>
            <ac:spMk id="2" creationId="{F597FD9D-0E67-E030-A03A-A180E66A7B49}"/>
          </ac:spMkLst>
        </pc:spChg>
        <pc:spChg chg="mod">
          <ac:chgData name="Jordan Henderson" userId="1aefba67a2305a7d" providerId="LiveId" clId="{544928A6-073F-4C18-B400-8A94CC0698F1}" dt="2025-10-21T02:16:21.617" v="1643" actId="20577"/>
          <ac:spMkLst>
            <pc:docMk/>
            <pc:sldMk cId="2676907577" sldId="291"/>
            <ac:spMk id="4" creationId="{0823873C-E3E5-9A25-A190-CF45DB1A0BBC}"/>
          </ac:spMkLst>
        </pc:spChg>
        <pc:picChg chg="mod">
          <ac:chgData name="Jordan Henderson" userId="1aefba67a2305a7d" providerId="LiveId" clId="{544928A6-073F-4C18-B400-8A94CC0698F1}" dt="2025-10-21T02:16:27.177" v="1646" actId="1076"/>
          <ac:picMkLst>
            <pc:docMk/>
            <pc:sldMk cId="2676907577" sldId="291"/>
            <ac:picMk id="3" creationId="{D57522A0-DE02-E717-4BEC-276866762292}"/>
          </ac:picMkLst>
        </pc:picChg>
        <pc:picChg chg="del">
          <ac:chgData name="Jordan Henderson" userId="1aefba67a2305a7d" providerId="LiveId" clId="{544928A6-073F-4C18-B400-8A94CC0698F1}" dt="2025-10-21T02:12:43.718" v="1472" actId="478"/>
          <ac:picMkLst>
            <pc:docMk/>
            <pc:sldMk cId="2676907577" sldId="291"/>
            <ac:picMk id="6" creationId="{5E313138-2FF6-E54F-E67D-0EB59B018712}"/>
          </ac:picMkLst>
        </pc:picChg>
        <pc:picChg chg="del">
          <ac:chgData name="Jordan Henderson" userId="1aefba67a2305a7d" providerId="LiveId" clId="{544928A6-073F-4C18-B400-8A94CC0698F1}" dt="2025-10-21T02:12:43.241" v="1471" actId="478"/>
          <ac:picMkLst>
            <pc:docMk/>
            <pc:sldMk cId="2676907577" sldId="291"/>
            <ac:picMk id="8" creationId="{65E6EE00-7BF6-026A-EB84-050AD88898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9408" y="818632"/>
            <a:ext cx="3212592" cy="1430792"/>
          </a:xfrm>
        </p:spPr>
        <p:txBody>
          <a:bodyPr>
            <a:norm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2422460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25 2x4x8</a:t>
            </a:r>
          </a:p>
          <a:p>
            <a:r>
              <a:rPr lang="en-US" dirty="0"/>
              <a:t>16 2x4x10</a:t>
            </a:r>
          </a:p>
          <a:p>
            <a:r>
              <a:rPr lang="en-US" dirty="0"/>
              <a:t>1 2x4x12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978709-883D-5FC2-BA3A-566ABE99E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23363"/>
            <a:ext cx="8430802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74DE75-BEF4-86AC-2A6C-E0504518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424" y="242443"/>
            <a:ext cx="6982799" cy="6373114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AA02B285-2A98-9E64-EE1C-622A21D5CAD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8’</a:t>
            </a:r>
            <a:endParaRPr lang="en-US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4091722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8’9”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(4) 15” leftovers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FD5341-D108-A56C-C517-B43F5261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828" y="419924"/>
            <a:ext cx="6849431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021844-4800-A4B6-08D0-2571AE98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01" y="303041"/>
            <a:ext cx="6535062" cy="608732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B6675BE5-8AA1-A662-B5CE-51560062F2D2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8’</a:t>
            </a:r>
            <a:endParaRPr lang="en-US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1" y="419924"/>
            <a:ext cx="3532227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28.5”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ONE from EACH board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b="1" u="sng" dirty="0">
                <a:sym typeface="Wingdings" panose="05000000000000000000" pitchFamily="2" charset="2"/>
              </a:rPr>
              <a:t>WRITE (B) ON LEFTOVER BOARDS [91.5”] AND SAVE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FACC10-8F00-92C2-833D-7F2EE8EF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29" y="99548"/>
            <a:ext cx="8135485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7’5” 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1288BF-6ED4-633E-CD2A-FB8FA17B1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236" y="768096"/>
            <a:ext cx="8664662" cy="50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0D32-9663-6CEE-6442-411B96EA2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AB5BFEA-71C0-84D3-3672-78614A84798E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15” leftovers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10.5”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3ECE4-63A4-3395-500F-48E18A2A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422" y="1136484"/>
            <a:ext cx="8226476" cy="458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A6F6-A086-AD69-F5BC-608B67C1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23F01DE-058C-44FD-78AF-E7F3421E0D9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(3)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7’5”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44DDC-06F8-0EB7-16EC-87519BB0E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46" y="645161"/>
            <a:ext cx="8369352" cy="539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1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3274-5560-BFEB-E16C-D48FE85D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06F3279-F3D0-1E87-A068-743C81332777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967010" cy="38503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(6)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Three slants/board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b="1" u="sng" dirty="0">
                <a:sym typeface="Wingdings" panose="05000000000000000000" pitchFamily="2" charset="2"/>
              </a:rPr>
              <a:t>WRITE (A) ON LEFTOVER BOARDS [15”] AND SAVE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3F470-82F5-21EE-0125-2B7AC1090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26" y="1065960"/>
            <a:ext cx="8653272" cy="43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9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4E62-7B8D-F73B-2D58-9C619F96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A8D4898-57A7-660A-1620-7DB0680B598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???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AA44A-3087-46B3-BFE9-A06344F7D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30" y="2184934"/>
            <a:ext cx="9192768" cy="439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9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76E0-0FDA-2D13-67CF-8CA01A5A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7D7FD79-EE9D-BD59-BA25-474A105289F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(8) 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1 long + 1 short per board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91E1B-E4B3-3C74-819B-4200FD69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137" y="288577"/>
            <a:ext cx="7363853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40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B2E7-FDD2-0F42-8CB4-61F02C92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DBF1C25-353F-1C3F-4DAC-150CA33A7F6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7’9”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55755-7C9F-87E1-71B0-67A6869C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569198"/>
            <a:ext cx="6994908" cy="54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09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7725-D634-10F5-FF3E-5E362902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FBBA82E-4947-1C3E-9D15-9E6E6BB600D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3’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3’9”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(36+36+45)x2 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BBF389-7C7F-9138-55DF-E0A3D5F2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196766"/>
            <a:ext cx="7539898" cy="493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5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7684-6C1D-DB10-E418-8B1C3770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C5DF179-A3CE-29E8-1FB6-8C9284EB36C6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B</a:t>
            </a:r>
            <a:r>
              <a:rPr lang="en-US" dirty="0"/>
              <a:t> boards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23”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ONE from EACH 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40496-CB48-0735-BE1C-215C8CC4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622" y="720432"/>
            <a:ext cx="7417917" cy="469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70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042E-BEE2-11C1-F058-6E90E55B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00523-0B3B-ECFC-A3AD-E843C624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10264"/>
            <a:ext cx="7608138" cy="485640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E9DF72D-3392-CDE3-1075-AB147551E4B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3’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(1) 3’9”</a:t>
            </a:r>
          </a:p>
        </p:txBody>
      </p:sp>
    </p:spTree>
    <p:extLst>
      <p:ext uri="{BB962C8B-B14F-4D97-AF65-F5344CB8AC3E}">
        <p14:creationId xmlns:p14="http://schemas.microsoft.com/office/powerpoint/2010/main" val="30386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6B30-8D8A-6984-53BF-E5CD357A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1A6378C-0ABA-5323-A259-7478F083BEB9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A </a:t>
            </a:r>
            <a:r>
              <a:rPr lang="en-US" dirty="0"/>
              <a:t>boards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11”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8624A-6959-457C-7F5F-1562238B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157" y="923544"/>
            <a:ext cx="6761500" cy="479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77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3135-6215-398D-24D2-D248C364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371B0-C348-3ACE-D1F2-25BB50A7D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590597"/>
            <a:ext cx="7926106" cy="567680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6D270BF-0260-A79F-79ED-A1CF1877E1E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3’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(1) 3’9”</a:t>
            </a:r>
          </a:p>
        </p:txBody>
      </p:sp>
    </p:spTree>
    <p:extLst>
      <p:ext uri="{BB962C8B-B14F-4D97-AF65-F5344CB8AC3E}">
        <p14:creationId xmlns:p14="http://schemas.microsoft.com/office/powerpoint/2010/main" val="327188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58D4-6734-6338-8D5D-D38D7983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A7B2560-692C-6A00-8E42-B95C9B3FB9F6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040162" cy="42639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12”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ONE 12” from each 10’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b="1" u="sng" dirty="0">
                <a:sym typeface="Wingdings" panose="05000000000000000000" pitchFamily="2" charset="2"/>
              </a:rPr>
              <a:t>WRITE (E) ON LEFTOVER BOARDS [9’] AND SAVE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1C67A-046E-0274-D79F-97F6BD737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795970"/>
            <a:ext cx="7994480" cy="459571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5A181AF-0FB4-D06F-924D-FF2CEF5AC065}"/>
              </a:ext>
            </a:extLst>
          </p:cNvPr>
          <p:cNvSpPr txBox="1">
            <a:spLocks/>
          </p:cNvSpPr>
          <p:nvPr/>
        </p:nvSpPr>
        <p:spPr>
          <a:xfrm rot="201017">
            <a:off x="7692075" y="4814096"/>
            <a:ext cx="1433866" cy="7352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12.00</a:t>
            </a:r>
            <a:endParaRPr lang="en-US" dirty="0">
              <a:sym typeface="Wingdings" panose="05000000000000000000" pitchFamily="2" charset="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D7535F-FC4D-D5D0-7B9F-E9218F8289A4}"/>
              </a:ext>
            </a:extLst>
          </p:cNvPr>
          <p:cNvCxnSpPr>
            <a:cxnSpLocks/>
          </p:cNvCxnSpPr>
          <p:nvPr/>
        </p:nvCxnSpPr>
        <p:spPr>
          <a:xfrm flipH="1">
            <a:off x="7671816" y="4683904"/>
            <a:ext cx="155448" cy="3676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270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14C6-A6A5-B05D-A7BB-37C3EA4F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540214C-2D27-F164-10A3-3A1B8A13303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scrap???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(1) </a:t>
            </a:r>
            <a:r>
              <a:rPr lang="en-US" dirty="0">
                <a:sym typeface="Wingdings" panose="05000000000000000000" pitchFamily="2" charset="2"/>
              </a:rPr>
              <a:t>21”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EA4C5-734A-E53A-D38A-58C8634C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731" y="419924"/>
            <a:ext cx="7697274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34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62B9-8843-224C-8C7E-836652BE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5A1F467-FBAB-4DFF-4747-846A75B6E55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4256314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D</a:t>
            </a:r>
            <a:r>
              <a:rPr lang="en-US" dirty="0"/>
              <a:t> boards (75” miscuts)</a:t>
            </a:r>
            <a:endParaRPr lang="en-US" b="1" u="sng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One from each 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2500FD-46BD-2547-7EFD-379FBB8FB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09"/>
          <a:stretch>
            <a:fillRect/>
          </a:stretch>
        </p:blipFill>
        <p:spPr>
          <a:xfrm>
            <a:off x="5111496" y="419924"/>
            <a:ext cx="6836696" cy="534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95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F65A-A1E6-ECD8-CBB5-73D0E215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A664553-CAA2-D00E-E9E1-39E83DC7509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B</a:t>
            </a:r>
            <a:r>
              <a:rPr lang="en-US" dirty="0"/>
              <a:t> boards</a:t>
            </a:r>
            <a:endParaRPr lang="en-US" b="1" u="sng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One from each 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42B5F7-A41E-F3BE-0BA4-0B97AE42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093" y="520630"/>
            <a:ext cx="8041306" cy="556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88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165B-8C46-8089-D9E8-14E454D9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823873C-E3E5-9A25-A190-CF45DB1A0BBC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D</a:t>
            </a:r>
            <a:r>
              <a:rPr lang="en-US" dirty="0"/>
              <a:t> boards</a:t>
            </a:r>
            <a:endParaRPr lang="en-US" b="1" u="sng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One from each 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522A0-DE02-E717-4BEC-27686676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908573"/>
            <a:ext cx="7315200" cy="50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07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1A95-9E3B-1FF2-1F80-BA7ECB69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74E41F6-9DEB-B9BC-6876-11FEEE5D4E09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</a:t>
            </a:r>
            <a:r>
              <a:rPr lang="en-US" b="1" u="sng" dirty="0"/>
              <a:t>E</a:t>
            </a:r>
            <a:r>
              <a:rPr lang="en-US" dirty="0"/>
              <a:t> board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76170-77C3-C067-9063-F6BE2C1D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441" y="419924"/>
            <a:ext cx="7091959" cy="555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05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AACD-AD90-664A-F767-EF912264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3655D5-9C38-21F2-B0DB-DD19D412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656632"/>
            <a:ext cx="7133226" cy="554473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4DC635A-620C-CBD2-366A-31CA6FD0C43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</a:t>
            </a:r>
            <a:r>
              <a:rPr lang="en-US" b="1" u="sng" dirty="0"/>
              <a:t>E</a:t>
            </a:r>
            <a:r>
              <a:rPr lang="en-US" dirty="0"/>
              <a:t> board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92609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426FB-C62B-E8C4-A717-B35ECE98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82FE840-8347-A9A9-6AB7-B1437FBA96E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52493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ear tops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ear sides</a:t>
            </a:r>
          </a:p>
          <a:p>
            <a:pPr marL="0" indent="0">
              <a:buNone/>
            </a:pPr>
            <a:r>
              <a:rPr lang="en-US" dirty="0"/>
              <a:t>(2) </a:t>
            </a:r>
            <a:r>
              <a:rPr lang="en-US" b="1" u="sng" dirty="0"/>
              <a:t>B</a:t>
            </a:r>
            <a:r>
              <a:rPr lang="en-US" dirty="0"/>
              <a:t> boards</a:t>
            </a:r>
            <a:endParaRPr lang="en-US" b="1" u="sng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ear bottoms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One from each board 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D78D7B-ED5D-170E-DFDC-1D0A548A5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9456"/>
            <a:ext cx="4076248" cy="3009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69F8F6-BA6F-B47D-7365-4423B6EF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109" y="2459736"/>
            <a:ext cx="3581409" cy="3209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401A10-9D5E-9B69-38E1-6378E0281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36" y="320040"/>
            <a:ext cx="3556451" cy="1895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299663-D216-C606-439B-6BE06D4C8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3408" y="3335042"/>
            <a:ext cx="3770936" cy="33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17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7DCC-E891-5E99-5EE9-7B933C56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24CFB20-A6D7-CE6B-0176-6ECF5FB6F481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voila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6B256-8F31-8A25-0951-14B5C30B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867" y="207857"/>
            <a:ext cx="7697274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370</Words>
  <Application>Microsoft Office PowerPoint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Head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6</cp:revision>
  <dcterms:created xsi:type="dcterms:W3CDTF">2025-10-06T00:13:52Z</dcterms:created>
  <dcterms:modified xsi:type="dcterms:W3CDTF">2025-10-21T03:00:53Z</dcterms:modified>
</cp:coreProperties>
</file>