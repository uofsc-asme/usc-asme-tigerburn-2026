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6" r:id="rId4"/>
    <p:sldId id="265" r:id="rId5"/>
    <p:sldId id="264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874858-A54F-4598-A624-FF2D63364C81}" v="5" dt="2025-10-21T04:41:02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 Henderson" userId="1aefba67a2305a7d" providerId="LiveId" clId="{544928A6-073F-4C18-B400-8A94CC0698F1}"/>
    <pc:docChg chg="custSel delSld modSld">
      <pc:chgData name="Jordan Henderson" userId="1aefba67a2305a7d" providerId="LiveId" clId="{544928A6-073F-4C18-B400-8A94CC0698F1}" dt="2025-10-21T16:37:09.274" v="276" actId="20577"/>
      <pc:docMkLst>
        <pc:docMk/>
      </pc:docMkLst>
      <pc:sldChg chg="addSp delSp modSp mod">
        <pc:chgData name="Jordan Henderson" userId="1aefba67a2305a7d" providerId="LiveId" clId="{544928A6-073F-4C18-B400-8A94CC0698F1}" dt="2025-10-21T16:37:09.274" v="276" actId="20577"/>
        <pc:sldMkLst>
          <pc:docMk/>
          <pc:sldMk cId="2899849503" sldId="256"/>
        </pc:sldMkLst>
        <pc:spChg chg="mod">
          <ac:chgData name="Jordan Henderson" userId="1aefba67a2305a7d" providerId="LiveId" clId="{544928A6-073F-4C18-B400-8A94CC0698F1}" dt="2025-10-16T14:48:38.485" v="14" actId="20577"/>
          <ac:spMkLst>
            <pc:docMk/>
            <pc:sldMk cId="2899849503" sldId="256"/>
            <ac:spMk id="2" creationId="{691A1A28-2FB3-942A-5986-4A75FAB64C36}"/>
          </ac:spMkLst>
        </pc:spChg>
        <pc:spChg chg="mod">
          <ac:chgData name="Jordan Henderson" userId="1aefba67a2305a7d" providerId="LiveId" clId="{544928A6-073F-4C18-B400-8A94CC0698F1}" dt="2025-10-21T16:37:09.274" v="276" actId="20577"/>
          <ac:spMkLst>
            <pc:docMk/>
            <pc:sldMk cId="2899849503" sldId="256"/>
            <ac:spMk id="3" creationId="{0F1AF516-8A3A-D92F-96AD-D20E35EA0C12}"/>
          </ac:spMkLst>
        </pc:spChg>
        <pc:picChg chg="add mod">
          <ac:chgData name="Jordan Henderson" userId="1aefba67a2305a7d" providerId="LiveId" clId="{544928A6-073F-4C18-B400-8A94CC0698F1}" dt="2025-10-16T14:48:23.245" v="2" actId="1076"/>
          <ac:picMkLst>
            <pc:docMk/>
            <pc:sldMk cId="2899849503" sldId="256"/>
            <ac:picMk id="9" creationId="{373EE74B-3910-E5FD-253F-9CB75E08AE1F}"/>
          </ac:picMkLst>
        </pc:picChg>
      </pc:sldChg>
      <pc:sldChg chg="addSp delSp modSp mod">
        <pc:chgData name="Jordan Henderson" userId="1aefba67a2305a7d" providerId="LiveId" clId="{544928A6-073F-4C18-B400-8A94CC0698F1}" dt="2025-10-21T04:41:54.798" v="265" actId="20577"/>
        <pc:sldMkLst>
          <pc:docMk/>
          <pc:sldMk cId="526142843" sldId="263"/>
        </pc:sldMkLst>
        <pc:spChg chg="mod">
          <ac:chgData name="Jordan Henderson" userId="1aefba67a2305a7d" providerId="LiveId" clId="{544928A6-073F-4C18-B400-8A94CC0698F1}" dt="2025-10-21T04:41:54.798" v="265" actId="20577"/>
          <ac:spMkLst>
            <pc:docMk/>
            <pc:sldMk cId="526142843" sldId="263"/>
            <ac:spMk id="4" creationId="{BC37C58B-4537-AFDB-A5E7-BDCB7365A465}"/>
          </ac:spMkLst>
        </pc:spChg>
        <pc:picChg chg="add mod">
          <ac:chgData name="Jordan Henderson" userId="1aefba67a2305a7d" providerId="LiveId" clId="{544928A6-073F-4C18-B400-8A94CC0698F1}" dt="2025-10-16T14:49:39.256" v="30" actId="1076"/>
          <ac:picMkLst>
            <pc:docMk/>
            <pc:sldMk cId="526142843" sldId="263"/>
            <ac:picMk id="8" creationId="{31625420-7084-F5DE-D8AF-43403E1EFE63}"/>
          </ac:picMkLst>
        </pc:picChg>
      </pc:sldChg>
      <pc:sldChg chg="addSp delSp modSp mod">
        <pc:chgData name="Jordan Henderson" userId="1aefba67a2305a7d" providerId="LiveId" clId="{544928A6-073F-4C18-B400-8A94CC0698F1}" dt="2025-10-21T04:42:03.282" v="273" actId="14100"/>
        <pc:sldMkLst>
          <pc:docMk/>
          <pc:sldMk cId="1015285371" sldId="264"/>
        </pc:sldMkLst>
        <pc:spChg chg="mod">
          <ac:chgData name="Jordan Henderson" userId="1aefba67a2305a7d" providerId="LiveId" clId="{544928A6-073F-4C18-B400-8A94CC0698F1}" dt="2025-10-21T04:42:03.282" v="273" actId="14100"/>
          <ac:spMkLst>
            <pc:docMk/>
            <pc:sldMk cId="1015285371" sldId="264"/>
            <ac:spMk id="4" creationId="{E34DE991-B7F5-F797-85CE-000A70403FB4}"/>
          </ac:spMkLst>
        </pc:spChg>
        <pc:picChg chg="add mod">
          <ac:chgData name="Jordan Henderson" userId="1aefba67a2305a7d" providerId="LiveId" clId="{544928A6-073F-4C18-B400-8A94CC0698F1}" dt="2025-10-16T14:50:03.468" v="32" actId="1076"/>
          <ac:picMkLst>
            <pc:docMk/>
            <pc:sldMk cId="1015285371" sldId="264"/>
            <ac:picMk id="11" creationId="{67B11461-0DE1-5D26-B243-E5B8A424F2A6}"/>
          </ac:picMkLst>
        </pc:picChg>
      </pc:sldChg>
      <pc:sldChg chg="addSp delSp modSp mod">
        <pc:chgData name="Jordan Henderson" userId="1aefba67a2305a7d" providerId="LiveId" clId="{544928A6-073F-4C18-B400-8A94CC0698F1}" dt="2025-10-21T04:41:05.266" v="218" actId="27636"/>
        <pc:sldMkLst>
          <pc:docMk/>
          <pc:sldMk cId="3240098238" sldId="265"/>
        </pc:sldMkLst>
        <pc:spChg chg="mod">
          <ac:chgData name="Jordan Henderson" userId="1aefba67a2305a7d" providerId="LiveId" clId="{544928A6-073F-4C18-B400-8A94CC0698F1}" dt="2025-10-21T04:41:05.266" v="218" actId="27636"/>
          <ac:spMkLst>
            <pc:docMk/>
            <pc:sldMk cId="3240098238" sldId="265"/>
            <ac:spMk id="2" creationId="{E2ED38F3-1ECA-E993-0815-D79695E58680}"/>
          </ac:spMkLst>
        </pc:spChg>
        <pc:picChg chg="add mod">
          <ac:chgData name="Jordan Henderson" userId="1aefba67a2305a7d" providerId="LiveId" clId="{544928A6-073F-4C18-B400-8A94CC0698F1}" dt="2025-10-16T14:50:37.808" v="34" actId="1076"/>
          <ac:picMkLst>
            <pc:docMk/>
            <pc:sldMk cId="3240098238" sldId="265"/>
            <ac:picMk id="8" creationId="{9CEC820A-8089-5973-E7BC-08C2AA2199FD}"/>
          </ac:picMkLst>
        </pc:picChg>
      </pc:sldChg>
      <pc:sldChg chg="addSp delSp modSp mod">
        <pc:chgData name="Jordan Henderson" userId="1aefba67a2305a7d" providerId="LiveId" clId="{544928A6-073F-4C18-B400-8A94CC0698F1}" dt="2025-10-21T04:40:38.827" v="208" actId="20577"/>
        <pc:sldMkLst>
          <pc:docMk/>
          <pc:sldMk cId="222971204" sldId="266"/>
        </pc:sldMkLst>
        <pc:spChg chg="mod">
          <ac:chgData name="Jordan Henderson" userId="1aefba67a2305a7d" providerId="LiveId" clId="{544928A6-073F-4C18-B400-8A94CC0698F1}" dt="2025-10-21T04:40:38.827" v="208" actId="20577"/>
          <ac:spMkLst>
            <pc:docMk/>
            <pc:sldMk cId="222971204" sldId="266"/>
            <ac:spMk id="4" creationId="{2C4E73E2-2D8C-DE62-959D-87400A970384}"/>
          </ac:spMkLst>
        </pc:spChg>
        <pc:picChg chg="add mod">
          <ac:chgData name="Jordan Henderson" userId="1aefba67a2305a7d" providerId="LiveId" clId="{544928A6-073F-4C18-B400-8A94CC0698F1}" dt="2025-10-16T14:51:00.356" v="36" actId="1076"/>
          <ac:picMkLst>
            <pc:docMk/>
            <pc:sldMk cId="222971204" sldId="266"/>
            <ac:picMk id="8" creationId="{7BDDA43B-A15B-1CFA-FA4E-4854A4375AF6}"/>
          </ac:picMkLst>
        </pc:picChg>
      </pc:sldChg>
      <pc:sldChg chg="addSp delSp modSp mod">
        <pc:chgData name="Jordan Henderson" userId="1aefba67a2305a7d" providerId="LiveId" clId="{544928A6-073F-4C18-B400-8A94CC0698F1}" dt="2025-10-21T04:39:33.397" v="136" actId="20577"/>
        <pc:sldMkLst>
          <pc:docMk/>
          <pc:sldMk cId="1378358034" sldId="268"/>
        </pc:sldMkLst>
        <pc:spChg chg="mod">
          <ac:chgData name="Jordan Henderson" userId="1aefba67a2305a7d" providerId="LiveId" clId="{544928A6-073F-4C18-B400-8A94CC0698F1}" dt="2025-10-21T04:39:33.397" v="136" actId="20577"/>
          <ac:spMkLst>
            <pc:docMk/>
            <pc:sldMk cId="1378358034" sldId="268"/>
            <ac:spMk id="4" creationId="{11518854-A0F4-742C-E196-774266BF705D}"/>
          </ac:spMkLst>
        </pc:spChg>
        <pc:picChg chg="add mod">
          <ac:chgData name="Jordan Henderson" userId="1aefba67a2305a7d" providerId="LiveId" clId="{544928A6-073F-4C18-B400-8A94CC0698F1}" dt="2025-10-21T04:38:44.531" v="73" actId="14100"/>
          <ac:picMkLst>
            <pc:docMk/>
            <pc:sldMk cId="1378358034" sldId="268"/>
            <ac:picMk id="5" creationId="{0F769452-72CA-67DB-FEC3-74AE1644A5E5}"/>
          </ac:picMkLst>
        </pc:picChg>
      </pc:sldChg>
      <pc:sldChg chg="delSp del mod">
        <pc:chgData name="Jordan Henderson" userId="1aefba67a2305a7d" providerId="LiveId" clId="{544928A6-073F-4C18-B400-8A94CC0698F1}" dt="2025-10-16T14:51:32.304" v="39" actId="47"/>
        <pc:sldMkLst>
          <pc:docMk/>
          <pc:sldMk cId="2394896280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29DC7-5556-C21E-02F3-2371156F6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8E4EE-316B-18F7-EEE2-AF7FC407C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80CBB-BFC5-7EE7-CD15-B0DB207C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16BCE-79FE-D610-10E6-3E0D098B1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1389D-B42E-57D1-727D-3E2186A56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00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44DF-86BA-C80E-ACE2-3CEC5985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4DE65-4314-3294-6A47-48822ADD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3D516-CC44-1A4B-B43A-89B356C52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E19DB-3AFD-DF94-B0B0-86822F771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9604-76ED-1DAE-DA14-7135B5B9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7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E032-A9D6-C714-C57D-55572615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CDF6-7B63-A1AD-8ADB-CA0A6EA15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C4545-44C4-007D-D6A1-4C0EDCC3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A54E-73C2-F9BA-C38E-C1D8F25F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B7A33-E690-AD19-CE30-73294603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52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81E7D-887A-E31B-4089-DBC37B834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3AF7-D0B7-BCD1-A75A-3F8AEC3BBA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B56AD-942D-10E1-15BF-1FB403D7A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E82CA-E432-6F66-143E-991C0AA3C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EF214-A814-CE82-673C-53D43AEA0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4B420-8C72-6EB7-AC12-9D0F470B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1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DE505-03A1-7646-2956-C96CCDF63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4BC6-456B-91D0-B702-FFE109B86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405B3-56DC-E3DA-C85C-4EFDE51AA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1CA98-00E2-C4B8-5A8A-1ECFC4F0C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84739-FCFD-0C1A-4C45-637650575D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99051-FEDC-BBA5-7DB5-FEA8259F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542CAB-4290-1979-7B57-2C83A972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65D32C-C057-D23D-5080-9918B8FF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3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C474F-F228-0108-7162-E03F24FB5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C6248-6AB6-BF9B-2F7F-32295C74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C2BE1-E4DA-A4DD-1CD0-CB7E14BF0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32C40-9C12-8356-192C-5619B8BC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4B8C5-F5BD-6E51-2B4F-7DC167B17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6F1F0-2EC2-6EFF-B2AB-7B1459E8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C352A-9D37-1D37-046C-55B3A093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1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1F48-A01C-AAE7-ECE5-1E5C3C16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D815E-2CDD-175E-173C-67F58C60B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3C186-9548-D649-9864-300082081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B7CC3-CB59-1FBB-925E-40DEAAD7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C7239-6B44-4C72-82B0-EA3B4E1D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C87BB-58C7-A210-8912-8A1139698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7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A8BEA-B67F-D3BD-B81F-F79D5F647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EB413A-9502-46DC-E4CA-E22693C24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ADCDD-AA74-08E9-B95F-F82EB71EE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B37B0-F8EF-D5F7-1773-AAE04732D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0F79D-8ADB-80A5-9939-121C2D638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40BA3-1882-809C-B409-8614B1C3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7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3915-1712-A32F-C22B-CD41E0AB3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779ED-B2DE-6351-55B3-D2C663171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54535-37C8-84BE-2FD3-2C536F72B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6F983-D7DB-D552-8D02-4F5E82ED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38C7B-AEA5-99F4-5CCC-64165C82A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3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C0549-4756-B296-493A-2C8C90E3E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5A0BE-B837-EBCF-728D-E6052CC35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431BE-8428-B086-7910-D86FE73A2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C6648-2218-DBF8-4042-9667BDEA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238B5-F450-1236-2436-11F49369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2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52845C-A449-3798-7912-DBE26E80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85057-B00E-014C-2BC0-CA212B6CB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C264B-0066-CC5F-D1BC-EFB2FF3D9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FA9A8-6EAC-48D3-B691-FF2EF854CE7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935F0-E2AC-0E73-9D14-80C4D4292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30AEE-A18B-3B42-86BC-82D4C7441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0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1A28-2FB3-942A-5986-4A75FAB64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79408" y="818632"/>
            <a:ext cx="3212592" cy="1430792"/>
          </a:xfrm>
        </p:spPr>
        <p:txBody>
          <a:bodyPr>
            <a:normAutofit fontScale="90000"/>
          </a:bodyPr>
          <a:lstStyle/>
          <a:p>
            <a:r>
              <a:rPr lang="en-US" dirty="0"/>
              <a:t>Back Foot </a:t>
            </a:r>
            <a:br>
              <a:rPr lang="en-US" dirty="0"/>
            </a:br>
            <a:r>
              <a:rPr lang="en-US" dirty="0"/>
              <a:t>x2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AF516-8A3A-D92F-96AD-D20E35EA0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9686" y="2422460"/>
            <a:ext cx="2373086" cy="3245077"/>
          </a:xfrm>
        </p:spPr>
        <p:txBody>
          <a:bodyPr>
            <a:normAutofit/>
          </a:bodyPr>
          <a:lstStyle/>
          <a:p>
            <a:r>
              <a:rPr lang="en-US" dirty="0"/>
              <a:t>5 2x4x8</a:t>
            </a:r>
          </a:p>
          <a:p>
            <a:r>
              <a:rPr lang="en-US" dirty="0"/>
              <a:t>6 2x4x10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3EE74B-3910-E5FD-253F-9CB75E08A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54" y="409153"/>
            <a:ext cx="6830378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4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E069-010C-F620-FA42-923F6AE93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1518854-A0F4-742C-E196-774266BF705D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707674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8’</a:t>
            </a:r>
          </a:p>
          <a:p>
            <a:pPr marL="0" indent="0">
              <a:buNone/>
            </a:pPr>
            <a:r>
              <a:rPr lang="en-US" dirty="0"/>
              <a:t>(2) 2x4x10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41”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Cut one from each board, save extra 79” boards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769452-72CA-67DB-FEC3-74AE1644A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782" y="656838"/>
            <a:ext cx="7865319" cy="452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358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BF02B-5083-BA44-CFAB-61E84228D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C4E73E2-2D8C-DE62-959D-87400A970384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473729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(1)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4’</a:t>
            </a:r>
          </a:p>
          <a:p>
            <a:pPr marL="0" indent="0">
              <a:buNone/>
            </a:pPr>
            <a:r>
              <a:rPr lang="en-US" dirty="0"/>
              <a:t>(2) 2x4x10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4’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One from each board, save extra 72” boards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DDA43B-A15B-1CFA-FA4E-4854A4375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903" y="542522"/>
            <a:ext cx="8649907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1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C8D19-C780-E24D-E07F-3E93D0B7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E2ED38F3-1ECA-E993-0815-D79695E58680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48013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8’</a:t>
            </a:r>
          </a:p>
          <a:p>
            <a:pPr marL="0" indent="0">
              <a:buNone/>
            </a:pPr>
            <a:r>
              <a:rPr lang="en-US" dirty="0"/>
              <a:t>(2) 2x4x10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41”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Cut one from each board, save extra 79” boards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EC820A-8089-5973-E7BC-08C2AA219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383" y="80506"/>
            <a:ext cx="8478433" cy="654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98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D4BC-C980-9FA9-3BA8-C4C70E4BD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E34DE991-B7F5-F797-85CE-000A70403FB4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213898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(4) Saved extras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(4)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B11461-0DE1-5D26-B243-E5B8A424F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671" y="971228"/>
            <a:ext cx="7592485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285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A1CC-D021-93E5-12EA-3BF6AAA0D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BC37C58B-4537-AFDB-A5E7-BDCB7365A465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Saved extras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slants</a:t>
            </a: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625420-7084-F5DE-D8AF-43403E1EF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869" y="419924"/>
            <a:ext cx="6830378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142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109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Back Foot  x2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Henderson</dc:creator>
  <cp:lastModifiedBy>Jordan Henderson</cp:lastModifiedBy>
  <cp:revision>5</cp:revision>
  <dcterms:created xsi:type="dcterms:W3CDTF">2025-10-06T00:13:52Z</dcterms:created>
  <dcterms:modified xsi:type="dcterms:W3CDTF">2025-10-21T16:37:17Z</dcterms:modified>
</cp:coreProperties>
</file>