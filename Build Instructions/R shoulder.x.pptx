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4" r:id="rId4"/>
    <p:sldId id="271" r:id="rId5"/>
    <p:sldId id="270" r:id="rId6"/>
    <p:sldId id="269" r:id="rId7"/>
    <p:sldId id="266" r:id="rId8"/>
    <p:sldId id="265" r:id="rId9"/>
    <p:sldId id="264" r:id="rId10"/>
    <p:sldId id="273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1EEA4-B74C-4EBF-A0FE-886905C8C3EC}" v="1" dt="2025-10-17T18:58:03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modSld">
      <pc:chgData name="Jordan Henderson" userId="1aefba67a2305a7d" providerId="LiveId" clId="{544928A6-073F-4C18-B400-8A94CC0698F1}" dt="2025-10-17T18:58:53.896" v="71" actId="732"/>
      <pc:docMkLst>
        <pc:docMk/>
      </pc:docMkLst>
      <pc:sldChg chg="addSp delSp modSp mod">
        <pc:chgData name="Jordan Henderson" userId="1aefba67a2305a7d" providerId="LiveId" clId="{544928A6-073F-4C18-B400-8A94CC0698F1}" dt="2025-10-17T18:52:22.323" v="9" actId="1076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7T18:50:53.794" v="4" actId="20577"/>
          <ac:spMkLst>
            <pc:docMk/>
            <pc:sldMk cId="2899849503" sldId="256"/>
            <ac:spMk id="2" creationId="{691A1A28-2FB3-942A-5986-4A75FAB64C36}"/>
          </ac:spMkLst>
        </pc:spChg>
        <pc:picChg chg="del">
          <ac:chgData name="Jordan Henderson" userId="1aefba67a2305a7d" providerId="LiveId" clId="{544928A6-073F-4C18-B400-8A94CC0698F1}" dt="2025-10-17T18:52:09.904" v="5" actId="478"/>
          <ac:picMkLst>
            <pc:docMk/>
            <pc:sldMk cId="2899849503" sldId="256"/>
            <ac:picMk id="5" creationId="{BA2BA7D8-61D5-060E-E5E3-6C58123C030F}"/>
          </ac:picMkLst>
        </pc:picChg>
        <pc:picChg chg="add mod">
          <ac:chgData name="Jordan Henderson" userId="1aefba67a2305a7d" providerId="LiveId" clId="{544928A6-073F-4C18-B400-8A94CC0698F1}" dt="2025-10-17T18:52:22.323" v="9" actId="1076"/>
          <ac:picMkLst>
            <pc:docMk/>
            <pc:sldMk cId="2899849503" sldId="256"/>
            <ac:picMk id="8" creationId="{1CBBD691-26B0-24FE-6653-B27481728D75}"/>
          </ac:picMkLst>
        </pc:picChg>
      </pc:sldChg>
      <pc:sldChg chg="addSp delSp modSp mod">
        <pc:chgData name="Jordan Henderson" userId="1aefba67a2305a7d" providerId="LiveId" clId="{544928A6-073F-4C18-B400-8A94CC0698F1}" dt="2025-10-17T18:54:02.073" v="19" actId="1076"/>
        <pc:sldMkLst>
          <pc:docMk/>
          <pc:sldMk cId="1015285371" sldId="264"/>
        </pc:sldMkLst>
        <pc:picChg chg="del">
          <ac:chgData name="Jordan Henderson" userId="1aefba67a2305a7d" providerId="LiveId" clId="{544928A6-073F-4C18-B400-8A94CC0698F1}" dt="2025-10-17T18:53:59.552" v="17" actId="478"/>
          <ac:picMkLst>
            <pc:docMk/>
            <pc:sldMk cId="1015285371" sldId="264"/>
            <ac:picMk id="8" creationId="{152880D0-B9EC-4917-52A2-F96CDFC487B9}"/>
          </ac:picMkLst>
        </pc:picChg>
        <pc:picChg chg="add mod">
          <ac:chgData name="Jordan Henderson" userId="1aefba67a2305a7d" providerId="LiveId" clId="{544928A6-073F-4C18-B400-8A94CC0698F1}" dt="2025-10-17T18:54:02.073" v="19" actId="1076"/>
          <ac:picMkLst>
            <pc:docMk/>
            <pc:sldMk cId="1015285371" sldId="264"/>
            <ac:picMk id="10" creationId="{48298732-02FA-418B-5F05-CF336FCCE2C6}"/>
          </ac:picMkLst>
        </pc:picChg>
      </pc:sldChg>
      <pc:sldChg chg="addSp delSp modSp mod">
        <pc:chgData name="Jordan Henderson" userId="1aefba67a2305a7d" providerId="LiveId" clId="{544928A6-073F-4C18-B400-8A94CC0698F1}" dt="2025-10-17T18:55:47.301" v="23" actId="1076"/>
        <pc:sldMkLst>
          <pc:docMk/>
          <pc:sldMk cId="3240098238" sldId="265"/>
        </pc:sldMkLst>
        <pc:picChg chg="del">
          <ac:chgData name="Jordan Henderson" userId="1aefba67a2305a7d" providerId="LiveId" clId="{544928A6-073F-4C18-B400-8A94CC0698F1}" dt="2025-10-17T18:55:43.327" v="20" actId="478"/>
          <ac:picMkLst>
            <pc:docMk/>
            <pc:sldMk cId="3240098238" sldId="265"/>
            <ac:picMk id="6" creationId="{2A421DE8-4913-9D9B-CBFE-314410BF0FA2}"/>
          </ac:picMkLst>
        </pc:picChg>
        <pc:picChg chg="add mod">
          <ac:chgData name="Jordan Henderson" userId="1aefba67a2305a7d" providerId="LiveId" clId="{544928A6-073F-4C18-B400-8A94CC0698F1}" dt="2025-10-17T18:55:47.301" v="23" actId="1076"/>
          <ac:picMkLst>
            <pc:docMk/>
            <pc:sldMk cId="3240098238" sldId="265"/>
            <ac:picMk id="9" creationId="{7F91A721-E9A0-B04F-6BE2-DBA7B6CA96DB}"/>
          </ac:picMkLst>
        </pc:picChg>
      </pc:sldChg>
      <pc:sldChg chg="addSp delSp modSp mod">
        <pc:chgData name="Jordan Henderson" userId="1aefba67a2305a7d" providerId="LiveId" clId="{544928A6-073F-4C18-B400-8A94CC0698F1}" dt="2025-10-17T18:56:37.786" v="27" actId="1076"/>
        <pc:sldMkLst>
          <pc:docMk/>
          <pc:sldMk cId="222971204" sldId="266"/>
        </pc:sldMkLst>
        <pc:picChg chg="del">
          <ac:chgData name="Jordan Henderson" userId="1aefba67a2305a7d" providerId="LiveId" clId="{544928A6-073F-4C18-B400-8A94CC0698F1}" dt="2025-10-17T18:56:33.696" v="24" actId="478"/>
          <ac:picMkLst>
            <pc:docMk/>
            <pc:sldMk cId="222971204" sldId="266"/>
            <ac:picMk id="3" creationId="{1A76FEFB-2FD6-1807-84EC-ADDFF16718C6}"/>
          </ac:picMkLst>
        </pc:picChg>
        <pc:picChg chg="add mod">
          <ac:chgData name="Jordan Henderson" userId="1aefba67a2305a7d" providerId="LiveId" clId="{544928A6-073F-4C18-B400-8A94CC0698F1}" dt="2025-10-17T18:56:37.786" v="27" actId="1076"/>
          <ac:picMkLst>
            <pc:docMk/>
            <pc:sldMk cId="222971204" sldId="266"/>
            <ac:picMk id="6" creationId="{55AFC7C4-525C-B5E7-A4F1-1C274DA68B53}"/>
          </ac:picMkLst>
        </pc:picChg>
      </pc:sldChg>
      <pc:sldChg chg="addSp delSp modSp mod">
        <pc:chgData name="Jordan Henderson" userId="1aefba67a2305a7d" providerId="LiveId" clId="{544928A6-073F-4C18-B400-8A94CC0698F1}" dt="2025-10-17T18:58:53.896" v="71" actId="732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5-10-17T18:57:46.597" v="34" actId="20577"/>
          <ac:spMkLst>
            <pc:docMk/>
            <pc:sldMk cId="1378358034" sldId="268"/>
            <ac:spMk id="4" creationId="{11518854-A0F4-742C-E196-774266BF705D}"/>
          </ac:spMkLst>
        </pc:spChg>
        <pc:spChg chg="add del">
          <ac:chgData name="Jordan Henderson" userId="1aefba67a2305a7d" providerId="LiveId" clId="{544928A6-073F-4C18-B400-8A94CC0698F1}" dt="2025-10-17T18:57:31.754" v="29" actId="478"/>
          <ac:spMkLst>
            <pc:docMk/>
            <pc:sldMk cId="1378358034" sldId="268"/>
            <ac:spMk id="20" creationId="{FA663CE9-BD0E-195F-578E-F04BD65EE35D}"/>
          </ac:spMkLst>
        </pc:spChg>
        <pc:spChg chg="add mod">
          <ac:chgData name="Jordan Henderson" userId="1aefba67a2305a7d" providerId="LiveId" clId="{544928A6-073F-4C18-B400-8A94CC0698F1}" dt="2025-10-17T18:58:25.545" v="70" actId="1076"/>
          <ac:spMkLst>
            <pc:docMk/>
            <pc:sldMk cId="1378358034" sldId="268"/>
            <ac:spMk id="21" creationId="{F46AEBA5-B6C0-BE00-A0E2-1E80FE8538C4}"/>
          </ac:spMkLst>
        </pc:spChg>
        <pc:picChg chg="mod modCrop">
          <ac:chgData name="Jordan Henderson" userId="1aefba67a2305a7d" providerId="LiveId" clId="{544928A6-073F-4C18-B400-8A94CC0698F1}" dt="2025-10-17T18:58:53.896" v="71" actId="732"/>
          <ac:picMkLst>
            <pc:docMk/>
            <pc:sldMk cId="1378358034" sldId="268"/>
            <ac:picMk id="19" creationId="{9F8A3520-DB99-8920-C28D-AF4D4CDD2AA8}"/>
          </ac:picMkLst>
        </pc:picChg>
      </pc:sldChg>
      <pc:sldChg chg="addSp delSp modSp mod">
        <pc:chgData name="Jordan Henderson" userId="1aefba67a2305a7d" providerId="LiveId" clId="{544928A6-073F-4C18-B400-8A94CC0698F1}" dt="2025-10-17T18:53:02.962" v="12" actId="1076"/>
        <pc:sldMkLst>
          <pc:docMk/>
          <pc:sldMk cId="3746586869" sldId="272"/>
        </pc:sldMkLst>
        <pc:picChg chg="add mod">
          <ac:chgData name="Jordan Henderson" userId="1aefba67a2305a7d" providerId="LiveId" clId="{544928A6-073F-4C18-B400-8A94CC0698F1}" dt="2025-10-17T18:53:02.962" v="12" actId="1076"/>
          <ac:picMkLst>
            <pc:docMk/>
            <pc:sldMk cId="3746586869" sldId="272"/>
            <ac:picMk id="3" creationId="{72FB495A-F68C-A43A-A9E0-10055309247A}"/>
          </ac:picMkLst>
        </pc:picChg>
        <pc:picChg chg="del">
          <ac:chgData name="Jordan Henderson" userId="1aefba67a2305a7d" providerId="LiveId" clId="{544928A6-073F-4C18-B400-8A94CC0698F1}" dt="2025-10-17T18:53:00.103" v="10" actId="478"/>
          <ac:picMkLst>
            <pc:docMk/>
            <pc:sldMk cId="3746586869" sldId="272"/>
            <ac:picMk id="6" creationId="{CFFDBBB4-0FF1-CF6D-82CC-7EBEC971CA6C}"/>
          </ac:picMkLst>
        </pc:picChg>
      </pc:sldChg>
      <pc:sldChg chg="addSp delSp modSp mod">
        <pc:chgData name="Jordan Henderson" userId="1aefba67a2305a7d" providerId="LiveId" clId="{544928A6-073F-4C18-B400-8A94CC0698F1}" dt="2025-10-17T18:53:30.532" v="16" actId="1076"/>
        <pc:sldMkLst>
          <pc:docMk/>
          <pc:sldMk cId="2676908566" sldId="273"/>
        </pc:sldMkLst>
        <pc:picChg chg="del">
          <ac:chgData name="Jordan Henderson" userId="1aefba67a2305a7d" providerId="LiveId" clId="{544928A6-073F-4C18-B400-8A94CC0698F1}" dt="2025-10-17T18:53:26.032" v="14" actId="478"/>
          <ac:picMkLst>
            <pc:docMk/>
            <pc:sldMk cId="2676908566" sldId="273"/>
            <ac:picMk id="3" creationId="{D69F84BA-6518-0FF6-6C72-7BD271E39543}"/>
          </ac:picMkLst>
        </pc:picChg>
        <pc:picChg chg="add mod">
          <ac:chgData name="Jordan Henderson" userId="1aefba67a2305a7d" providerId="LiveId" clId="{544928A6-073F-4C18-B400-8A94CC0698F1}" dt="2025-10-17T18:53:30.532" v="16" actId="1076"/>
          <ac:picMkLst>
            <pc:docMk/>
            <pc:sldMk cId="2676908566" sldId="273"/>
            <ac:picMk id="6" creationId="{9A74F8A3-3942-9728-F380-F00E06B788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9408" y="818632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RIGHT shoulder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2422460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1.5 2x4x8</a:t>
            </a:r>
          </a:p>
          <a:p>
            <a:r>
              <a:rPr lang="en-US" dirty="0"/>
              <a:t>7 2x4x12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7E0C1-309E-D0C1-29A8-02CE16A53A27}"/>
              </a:ext>
            </a:extLst>
          </p:cNvPr>
          <p:cNvSpPr txBox="1"/>
          <p:nvPr/>
        </p:nvSpPr>
        <p:spPr>
          <a:xfrm>
            <a:off x="630957" y="6436675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BD691-26B0-24FE-6653-B27481728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413" y="428109"/>
            <a:ext cx="4685334" cy="572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(7) 2x4x12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1CB6E-7533-CE35-A2AB-856EAF8CE5A0}"/>
              </a:ext>
            </a:extLst>
          </p:cNvPr>
          <p:cNvSpPr txBox="1"/>
          <p:nvPr/>
        </p:nvSpPr>
        <p:spPr>
          <a:xfrm>
            <a:off x="658368" y="6321488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D380E-E83B-1A48-528A-87BD86759C81}"/>
              </a:ext>
            </a:extLst>
          </p:cNvPr>
          <p:cNvSpPr txBox="1"/>
          <p:nvPr/>
        </p:nvSpPr>
        <p:spPr>
          <a:xfrm>
            <a:off x="524256" y="2423096"/>
            <a:ext cx="4166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and cut boards like this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Label each board as written here and keep together</a:t>
            </a:r>
            <a:endParaRPr lang="en-US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8A3520-DB99-8920-C28D-AF4D4CDD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366"/>
          <a:stretch>
            <a:fillRect/>
          </a:stretch>
        </p:blipFill>
        <p:spPr>
          <a:xfrm>
            <a:off x="5909298" y="138840"/>
            <a:ext cx="3829062" cy="61094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6AEBA5-B6C0-BE00-A0E2-1E80FE8538C4}"/>
              </a:ext>
            </a:extLst>
          </p:cNvPr>
          <p:cNvSpPr txBox="1"/>
          <p:nvPr/>
        </p:nvSpPr>
        <p:spPr>
          <a:xfrm rot="5400000">
            <a:off x="8683752" y="2721723"/>
            <a:ext cx="324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+ 48” saved from L shoulder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D64F-BA06-DC88-1695-B0F79D6B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31A7CF3-F537-0260-FAA7-528800CF6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062" y="662955"/>
            <a:ext cx="5591955" cy="52394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5FECF53C-0D65-52EF-4822-C67673BCD1B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(2) 41”</a:t>
            </a:r>
          </a:p>
        </p:txBody>
      </p:sp>
    </p:spTree>
    <p:extLst>
      <p:ext uri="{BB962C8B-B14F-4D97-AF65-F5344CB8AC3E}">
        <p14:creationId xmlns:p14="http://schemas.microsoft.com/office/powerpoint/2010/main" val="250491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599B-DA97-FD59-92FB-7059678C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7BEF0-02B4-1122-1E07-91BC0032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56" y="685417"/>
            <a:ext cx="6477904" cy="548716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B44C19B-C91B-433E-7296-D062DB987C06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48”</a:t>
            </a:r>
          </a:p>
        </p:txBody>
      </p:sp>
    </p:spTree>
    <p:extLst>
      <p:ext uri="{BB962C8B-B14F-4D97-AF65-F5344CB8AC3E}">
        <p14:creationId xmlns:p14="http://schemas.microsoft.com/office/powerpoint/2010/main" val="274196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46D4-A1DF-6B41-E358-50AF5009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0752AA-C14D-DAB5-944D-D5088E0D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165" y="75732"/>
            <a:ext cx="6487430" cy="670653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D8390EF5-9CDF-C4E7-0D6D-649EA7F5C8C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(2) 41”</a:t>
            </a:r>
          </a:p>
        </p:txBody>
      </p:sp>
    </p:spTree>
    <p:extLst>
      <p:ext uri="{BB962C8B-B14F-4D97-AF65-F5344CB8AC3E}">
        <p14:creationId xmlns:p14="http://schemas.microsoft.com/office/powerpoint/2010/main" val="348367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A4B0-CB2F-8DF9-FB76-A90FA235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AE9CD4D-BB5A-1279-6A8F-3026730E1FAE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4082578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 the 2 pieces marked S64, one cut from each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532BC-B327-DBFC-5B71-3C26991ED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17" y="375811"/>
            <a:ext cx="6220693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(1) 18”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FC7C4-525C-B5E7-A4F1-1C274DA6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701" y="419924"/>
            <a:ext cx="5103307" cy="59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arenBoth"/>
            </a:pPr>
            <a:r>
              <a:rPr lang="en-US" dirty="0"/>
              <a:t>20.5”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(1) 24”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(1) 23.25”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91A721-E9A0-B04F-6BE2-DBA7B6CA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642" y="419924"/>
            <a:ext cx="6925146" cy="57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S67</a:t>
            </a:r>
          </a:p>
          <a:p>
            <a:pPr marL="0" indent="0">
              <a:buNone/>
            </a:pPr>
            <a:r>
              <a:rPr lang="en-US" dirty="0"/>
              <a:t>(1) S34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298732-02FA-418B-5F05-CF336FCC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139" y="128127"/>
            <a:ext cx="5239481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E10A-CED2-C543-8770-8E7B4000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AB9124E-0AA7-71AA-4265-6E3CADF40D5C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arenBoth"/>
            </a:pPr>
            <a:r>
              <a:rPr lang="en-US" dirty="0"/>
              <a:t>21.5”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4F8A3-3942-9728-F380-F00E06B7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215" y="118171"/>
            <a:ext cx="4584519" cy="64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0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C92F-7CCA-143D-BCED-2167ABDE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232F62D-A1C2-213A-04C4-277BAACE6A0E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S34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FB495A-F68C-A43A-A9E0-10055309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370" y="209100"/>
            <a:ext cx="5268060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8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153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RIGHT shoulder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7</cp:revision>
  <dcterms:created xsi:type="dcterms:W3CDTF">2025-10-06T00:13:52Z</dcterms:created>
  <dcterms:modified xsi:type="dcterms:W3CDTF">2025-10-17T18:59:02Z</dcterms:modified>
</cp:coreProperties>
</file>