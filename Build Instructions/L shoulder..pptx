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74" r:id="rId4"/>
    <p:sldId id="271" r:id="rId5"/>
    <p:sldId id="270" r:id="rId6"/>
    <p:sldId id="269" r:id="rId7"/>
    <p:sldId id="266" r:id="rId8"/>
    <p:sldId id="265" r:id="rId9"/>
    <p:sldId id="264" r:id="rId10"/>
    <p:sldId id="273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6B5E3B-9D16-483B-ACCA-BAA2B4CC739C}" v="9" dt="2025-10-17T18:42:54.4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 Henderson" userId="1aefba67a2305a7d" providerId="LiveId" clId="{544928A6-073F-4C18-B400-8A94CC0698F1}"/>
    <pc:docChg chg="undo custSel addSld delSld modSld">
      <pc:chgData name="Jordan Henderson" userId="1aefba67a2305a7d" providerId="LiveId" clId="{544928A6-073F-4C18-B400-8A94CC0698F1}" dt="2025-10-17T18:49:53.936" v="437" actId="6549"/>
      <pc:docMkLst>
        <pc:docMk/>
      </pc:docMkLst>
      <pc:sldChg chg="addSp delSp modSp mod">
        <pc:chgData name="Jordan Henderson" userId="1aefba67a2305a7d" providerId="LiveId" clId="{544928A6-073F-4C18-B400-8A94CC0698F1}" dt="2025-10-17T18:49:53.936" v="437" actId="6549"/>
        <pc:sldMkLst>
          <pc:docMk/>
          <pc:sldMk cId="2899849503" sldId="256"/>
        </pc:sldMkLst>
        <pc:spChg chg="mod">
          <ac:chgData name="Jordan Henderson" userId="1aefba67a2305a7d" providerId="LiveId" clId="{544928A6-073F-4C18-B400-8A94CC0698F1}" dt="2025-10-17T16:05:36.458" v="23" actId="20577"/>
          <ac:spMkLst>
            <pc:docMk/>
            <pc:sldMk cId="2899849503" sldId="256"/>
            <ac:spMk id="2" creationId="{691A1A28-2FB3-942A-5986-4A75FAB64C36}"/>
          </ac:spMkLst>
        </pc:spChg>
        <pc:spChg chg="mod">
          <ac:chgData name="Jordan Henderson" userId="1aefba67a2305a7d" providerId="LiveId" clId="{544928A6-073F-4C18-B400-8A94CC0698F1}" dt="2025-10-17T18:49:53.936" v="437" actId="6549"/>
          <ac:spMkLst>
            <pc:docMk/>
            <pc:sldMk cId="2899849503" sldId="256"/>
            <ac:spMk id="3" creationId="{0F1AF516-8A3A-D92F-96AD-D20E35EA0C12}"/>
          </ac:spMkLst>
        </pc:spChg>
        <pc:spChg chg="add mod">
          <ac:chgData name="Jordan Henderson" userId="1aefba67a2305a7d" providerId="LiveId" clId="{544928A6-073F-4C18-B400-8A94CC0698F1}" dt="2025-10-17T18:38:30.781" v="130" actId="1076"/>
          <ac:spMkLst>
            <pc:docMk/>
            <pc:sldMk cId="2899849503" sldId="256"/>
            <ac:spMk id="6" creationId="{EF67E0C1-309E-D0C1-29A8-02CE16A53A27}"/>
          </ac:spMkLst>
        </pc:spChg>
        <pc:picChg chg="add mod">
          <ac:chgData name="Jordan Henderson" userId="1aefba67a2305a7d" providerId="LiveId" clId="{544928A6-073F-4C18-B400-8A94CC0698F1}" dt="2025-10-17T16:06:58.192" v="33" actId="1076"/>
          <ac:picMkLst>
            <pc:docMk/>
            <pc:sldMk cId="2899849503" sldId="256"/>
            <ac:picMk id="5" creationId="{BA2BA7D8-61D5-060E-E5E3-6C58123C030F}"/>
          </ac:picMkLst>
        </pc:picChg>
        <pc:picChg chg="del">
          <ac:chgData name="Jordan Henderson" userId="1aefba67a2305a7d" providerId="LiveId" clId="{544928A6-073F-4C18-B400-8A94CC0698F1}" dt="2025-10-17T16:05:46.398" v="24" actId="478"/>
          <ac:picMkLst>
            <pc:docMk/>
            <pc:sldMk cId="2899849503" sldId="256"/>
            <ac:picMk id="9" creationId="{373EE74B-3910-E5FD-253F-9CB75E08AE1F}"/>
          </ac:picMkLst>
        </pc:picChg>
      </pc:sldChg>
      <pc:sldChg chg="addSp delSp modSp del mod">
        <pc:chgData name="Jordan Henderson" userId="1aefba67a2305a7d" providerId="LiveId" clId="{544928A6-073F-4C18-B400-8A94CC0698F1}" dt="2025-10-17T16:19:35.156" v="71" actId="47"/>
        <pc:sldMkLst>
          <pc:docMk/>
          <pc:sldMk cId="526142843" sldId="263"/>
        </pc:sldMkLst>
        <pc:picChg chg="add del">
          <ac:chgData name="Jordan Henderson" userId="1aefba67a2305a7d" providerId="LiveId" clId="{544928A6-073F-4C18-B400-8A94CC0698F1}" dt="2025-10-17T16:07:11.661" v="35" actId="478"/>
          <ac:picMkLst>
            <pc:docMk/>
            <pc:sldMk cId="526142843" sldId="263"/>
            <ac:picMk id="3" creationId="{33596723-E939-0B89-8C1F-0477C3456100}"/>
          </ac:picMkLst>
        </pc:picChg>
        <pc:picChg chg="add mod">
          <ac:chgData name="Jordan Henderson" userId="1aefba67a2305a7d" providerId="LiveId" clId="{544928A6-073F-4C18-B400-8A94CC0698F1}" dt="2025-10-17T16:07:53.621" v="39" actId="1076"/>
          <ac:picMkLst>
            <pc:docMk/>
            <pc:sldMk cId="526142843" sldId="263"/>
            <ac:picMk id="6" creationId="{64966C0E-D2F2-C6B6-6EED-A4B121AC3E90}"/>
          </ac:picMkLst>
        </pc:picChg>
        <pc:picChg chg="del">
          <ac:chgData name="Jordan Henderson" userId="1aefba67a2305a7d" providerId="LiveId" clId="{544928A6-073F-4C18-B400-8A94CC0698F1}" dt="2025-10-17T16:06:05.960" v="31" actId="478"/>
          <ac:picMkLst>
            <pc:docMk/>
            <pc:sldMk cId="526142843" sldId="263"/>
            <ac:picMk id="8" creationId="{31625420-7084-F5DE-D8AF-43403E1EFE63}"/>
          </ac:picMkLst>
        </pc:picChg>
      </pc:sldChg>
      <pc:sldChg chg="addSp delSp modSp mod">
        <pc:chgData name="Jordan Henderson" userId="1aefba67a2305a7d" providerId="LiveId" clId="{544928A6-073F-4C18-B400-8A94CC0698F1}" dt="2025-10-17T18:48:40.479" v="408" actId="20577"/>
        <pc:sldMkLst>
          <pc:docMk/>
          <pc:sldMk cId="1015285371" sldId="264"/>
        </pc:sldMkLst>
        <pc:spChg chg="mod">
          <ac:chgData name="Jordan Henderson" userId="1aefba67a2305a7d" providerId="LiveId" clId="{544928A6-073F-4C18-B400-8A94CC0698F1}" dt="2025-10-17T18:48:40.479" v="408" actId="20577"/>
          <ac:spMkLst>
            <pc:docMk/>
            <pc:sldMk cId="1015285371" sldId="264"/>
            <ac:spMk id="4" creationId="{E34DE991-B7F5-F797-85CE-000A70403FB4}"/>
          </ac:spMkLst>
        </pc:spChg>
        <pc:picChg chg="add del mod">
          <ac:chgData name="Jordan Henderson" userId="1aefba67a2305a7d" providerId="LiveId" clId="{544928A6-073F-4C18-B400-8A94CC0698F1}" dt="2025-10-17T16:19:28.579" v="68" actId="478"/>
          <ac:picMkLst>
            <pc:docMk/>
            <pc:sldMk cId="1015285371" sldId="264"/>
            <ac:picMk id="3" creationId="{03CBB7AB-6179-F93B-0A35-2880C3705C82}"/>
          </ac:picMkLst>
        </pc:picChg>
        <pc:picChg chg="add del mod">
          <ac:chgData name="Jordan Henderson" userId="1aefba67a2305a7d" providerId="LiveId" clId="{544928A6-073F-4C18-B400-8A94CC0698F1}" dt="2025-10-17T16:19:40.370" v="73" actId="478"/>
          <ac:picMkLst>
            <pc:docMk/>
            <pc:sldMk cId="1015285371" sldId="264"/>
            <ac:picMk id="6" creationId="{4A8829E0-2528-4D08-2637-3FA74EAE0F15}"/>
          </ac:picMkLst>
        </pc:picChg>
        <pc:picChg chg="add mod">
          <ac:chgData name="Jordan Henderson" userId="1aefba67a2305a7d" providerId="LiveId" clId="{544928A6-073F-4C18-B400-8A94CC0698F1}" dt="2025-10-17T16:20:19.715" v="78" actId="1076"/>
          <ac:picMkLst>
            <pc:docMk/>
            <pc:sldMk cId="1015285371" sldId="264"/>
            <ac:picMk id="8" creationId="{152880D0-B9EC-4917-52A2-F96CDFC487B9}"/>
          </ac:picMkLst>
        </pc:picChg>
        <pc:picChg chg="del">
          <ac:chgData name="Jordan Henderson" userId="1aefba67a2305a7d" providerId="LiveId" clId="{544928A6-073F-4C18-B400-8A94CC0698F1}" dt="2025-10-17T16:06:04.392" v="30" actId="478"/>
          <ac:picMkLst>
            <pc:docMk/>
            <pc:sldMk cId="1015285371" sldId="264"/>
            <ac:picMk id="11" creationId="{67B11461-0DE1-5D26-B243-E5B8A424F2A6}"/>
          </ac:picMkLst>
        </pc:picChg>
      </pc:sldChg>
      <pc:sldChg chg="addSp delSp modSp mod">
        <pc:chgData name="Jordan Henderson" userId="1aefba67a2305a7d" providerId="LiveId" clId="{544928A6-073F-4C18-B400-8A94CC0698F1}" dt="2025-10-17T18:47:33.551" v="396" actId="1076"/>
        <pc:sldMkLst>
          <pc:docMk/>
          <pc:sldMk cId="3240098238" sldId="265"/>
        </pc:sldMkLst>
        <pc:spChg chg="mod">
          <ac:chgData name="Jordan Henderson" userId="1aefba67a2305a7d" providerId="LiveId" clId="{544928A6-073F-4C18-B400-8A94CC0698F1}" dt="2025-10-17T18:46:18.268" v="387" actId="313"/>
          <ac:spMkLst>
            <pc:docMk/>
            <pc:sldMk cId="3240098238" sldId="265"/>
            <ac:spMk id="2" creationId="{E2ED38F3-1ECA-E993-0815-D79695E58680}"/>
          </ac:spMkLst>
        </pc:spChg>
        <pc:picChg chg="add del mod">
          <ac:chgData name="Jordan Henderson" userId="1aefba67a2305a7d" providerId="LiveId" clId="{544928A6-073F-4C18-B400-8A94CC0698F1}" dt="2025-10-17T18:47:29.076" v="393" actId="478"/>
          <ac:picMkLst>
            <pc:docMk/>
            <pc:sldMk cId="3240098238" sldId="265"/>
            <ac:picMk id="4" creationId="{D21DF96A-DFE5-4C3E-00D6-6E8D420D2228}"/>
          </ac:picMkLst>
        </pc:picChg>
        <pc:picChg chg="add mod">
          <ac:chgData name="Jordan Henderson" userId="1aefba67a2305a7d" providerId="LiveId" clId="{544928A6-073F-4C18-B400-8A94CC0698F1}" dt="2025-10-17T18:47:33.551" v="396" actId="1076"/>
          <ac:picMkLst>
            <pc:docMk/>
            <pc:sldMk cId="3240098238" sldId="265"/>
            <ac:picMk id="6" creationId="{2A421DE8-4913-9D9B-CBFE-314410BF0FA2}"/>
          </ac:picMkLst>
        </pc:picChg>
        <pc:picChg chg="del">
          <ac:chgData name="Jordan Henderson" userId="1aefba67a2305a7d" providerId="LiveId" clId="{544928A6-073F-4C18-B400-8A94CC0698F1}" dt="2025-10-17T16:06:03.009" v="29" actId="478"/>
          <ac:picMkLst>
            <pc:docMk/>
            <pc:sldMk cId="3240098238" sldId="265"/>
            <ac:picMk id="8" creationId="{9CEC820A-8089-5973-E7BC-08C2AA2199FD}"/>
          </ac:picMkLst>
        </pc:picChg>
      </pc:sldChg>
      <pc:sldChg chg="addSp delSp modSp mod">
        <pc:chgData name="Jordan Henderson" userId="1aefba67a2305a7d" providerId="LiveId" clId="{544928A6-073F-4C18-B400-8A94CC0698F1}" dt="2025-10-17T18:42:26.121" v="321" actId="313"/>
        <pc:sldMkLst>
          <pc:docMk/>
          <pc:sldMk cId="222971204" sldId="266"/>
        </pc:sldMkLst>
        <pc:spChg chg="mod">
          <ac:chgData name="Jordan Henderson" userId="1aefba67a2305a7d" providerId="LiveId" clId="{544928A6-073F-4C18-B400-8A94CC0698F1}" dt="2025-10-17T18:42:26.121" v="321" actId="313"/>
          <ac:spMkLst>
            <pc:docMk/>
            <pc:sldMk cId="222971204" sldId="266"/>
            <ac:spMk id="4" creationId="{2C4E73E2-2D8C-DE62-959D-87400A970384}"/>
          </ac:spMkLst>
        </pc:spChg>
        <pc:picChg chg="add mod">
          <ac:chgData name="Jordan Henderson" userId="1aefba67a2305a7d" providerId="LiveId" clId="{544928A6-073F-4C18-B400-8A94CC0698F1}" dt="2025-10-17T16:11:06.110" v="48" actId="1076"/>
          <ac:picMkLst>
            <pc:docMk/>
            <pc:sldMk cId="222971204" sldId="266"/>
            <ac:picMk id="3" creationId="{1A76FEFB-2FD6-1807-84EC-ADDFF16718C6}"/>
          </ac:picMkLst>
        </pc:picChg>
        <pc:picChg chg="del mod">
          <ac:chgData name="Jordan Henderson" userId="1aefba67a2305a7d" providerId="LiveId" clId="{544928A6-073F-4C18-B400-8A94CC0698F1}" dt="2025-10-17T16:06:01.054" v="28" actId="478"/>
          <ac:picMkLst>
            <pc:docMk/>
            <pc:sldMk cId="222971204" sldId="266"/>
            <ac:picMk id="8" creationId="{7BDDA43B-A15B-1CFA-FA4E-4854A4375AF6}"/>
          </ac:picMkLst>
        </pc:picChg>
      </pc:sldChg>
      <pc:sldChg chg="addSp delSp modSp mod">
        <pc:chgData name="Jordan Henderson" userId="1aefba67a2305a7d" providerId="LiveId" clId="{544928A6-073F-4C18-B400-8A94CC0698F1}" dt="2025-10-17T18:46:31.788" v="392" actId="14100"/>
        <pc:sldMkLst>
          <pc:docMk/>
          <pc:sldMk cId="1378358034" sldId="268"/>
        </pc:sldMkLst>
        <pc:spChg chg="mod">
          <ac:chgData name="Jordan Henderson" userId="1aefba67a2305a7d" providerId="LiveId" clId="{544928A6-073F-4C18-B400-8A94CC0698F1}" dt="2025-10-17T18:37:58.415" v="125" actId="5793"/>
          <ac:spMkLst>
            <pc:docMk/>
            <pc:sldMk cId="1378358034" sldId="268"/>
            <ac:spMk id="4" creationId="{11518854-A0F4-742C-E196-774266BF705D}"/>
          </ac:spMkLst>
        </pc:spChg>
        <pc:spChg chg="add mod">
          <ac:chgData name="Jordan Henderson" userId="1aefba67a2305a7d" providerId="LiveId" clId="{544928A6-073F-4C18-B400-8A94CC0698F1}" dt="2025-10-17T18:38:38.197" v="132" actId="1076"/>
          <ac:spMkLst>
            <pc:docMk/>
            <pc:sldMk cId="1378358034" sldId="268"/>
            <ac:spMk id="16" creationId="{70A1CB6E-7533-CE35-A2AB-856EAF8CE5A0}"/>
          </ac:spMkLst>
        </pc:spChg>
        <pc:spChg chg="add mod">
          <ac:chgData name="Jordan Henderson" userId="1aefba67a2305a7d" providerId="LiveId" clId="{544928A6-073F-4C18-B400-8A94CC0698F1}" dt="2025-10-17T18:39:24.364" v="226" actId="20577"/>
          <ac:spMkLst>
            <pc:docMk/>
            <pc:sldMk cId="1378358034" sldId="268"/>
            <ac:spMk id="17" creationId="{8C1D380E-E83B-1A48-528A-87BD86759C81}"/>
          </ac:spMkLst>
        </pc:spChg>
        <pc:picChg chg="add del mod">
          <ac:chgData name="Jordan Henderson" userId="1aefba67a2305a7d" providerId="LiveId" clId="{544928A6-073F-4C18-B400-8A94CC0698F1}" dt="2025-10-17T16:12:15.018" v="52" actId="478"/>
          <ac:picMkLst>
            <pc:docMk/>
            <pc:sldMk cId="1378358034" sldId="268"/>
            <ac:picMk id="3" creationId="{848958AB-6513-DDB9-F3A7-5AE5B22BDFCE}"/>
          </ac:picMkLst>
        </pc:picChg>
        <pc:picChg chg="del mod">
          <ac:chgData name="Jordan Henderson" userId="1aefba67a2305a7d" providerId="LiveId" clId="{544928A6-073F-4C18-B400-8A94CC0698F1}" dt="2025-10-17T16:05:57.769" v="26" actId="478"/>
          <ac:picMkLst>
            <pc:docMk/>
            <pc:sldMk cId="1378358034" sldId="268"/>
            <ac:picMk id="5" creationId="{0F769452-72CA-67DB-FEC3-74AE1644A5E5}"/>
          </ac:picMkLst>
        </pc:picChg>
        <pc:picChg chg="add del">
          <ac:chgData name="Jordan Henderson" userId="1aefba67a2305a7d" providerId="LiveId" clId="{544928A6-073F-4C18-B400-8A94CC0698F1}" dt="2025-10-17T16:16:58.396" v="58" actId="478"/>
          <ac:picMkLst>
            <pc:docMk/>
            <pc:sldMk cId="1378358034" sldId="268"/>
            <ac:picMk id="7" creationId="{34DB8784-D015-466D-E29A-5069327AF6CD}"/>
          </ac:picMkLst>
        </pc:picChg>
        <pc:picChg chg="add del">
          <ac:chgData name="Jordan Henderson" userId="1aefba67a2305a7d" providerId="LiveId" clId="{544928A6-073F-4C18-B400-8A94CC0698F1}" dt="2025-10-17T16:17:02.228" v="60" actId="22"/>
          <ac:picMkLst>
            <pc:docMk/>
            <pc:sldMk cId="1378358034" sldId="268"/>
            <ac:picMk id="9" creationId="{395AFE06-A2A5-7382-3A8F-697DE1174623}"/>
          </ac:picMkLst>
        </pc:picChg>
        <pc:picChg chg="add del">
          <ac:chgData name="Jordan Henderson" userId="1aefba67a2305a7d" providerId="LiveId" clId="{544928A6-073F-4C18-B400-8A94CC0698F1}" dt="2025-10-17T16:17:05.249" v="62" actId="478"/>
          <ac:picMkLst>
            <pc:docMk/>
            <pc:sldMk cId="1378358034" sldId="268"/>
            <ac:picMk id="11" creationId="{80A86D78-E3B4-8A3F-4F13-0C5C6A62E8A2}"/>
          </ac:picMkLst>
        </pc:picChg>
        <pc:picChg chg="add del mod">
          <ac:chgData name="Jordan Henderson" userId="1aefba67a2305a7d" providerId="LiveId" clId="{544928A6-073F-4C18-B400-8A94CC0698F1}" dt="2025-10-17T18:37:38.515" v="115" actId="478"/>
          <ac:picMkLst>
            <pc:docMk/>
            <pc:sldMk cId="1378358034" sldId="268"/>
            <ac:picMk id="13" creationId="{4B486A2E-E8B5-323C-CD06-99DF4B4250FF}"/>
          </ac:picMkLst>
        </pc:picChg>
        <pc:picChg chg="add del mod">
          <ac:chgData name="Jordan Henderson" userId="1aefba67a2305a7d" providerId="LiveId" clId="{544928A6-073F-4C18-B400-8A94CC0698F1}" dt="2025-10-17T18:46:22.680" v="388" actId="478"/>
          <ac:picMkLst>
            <pc:docMk/>
            <pc:sldMk cId="1378358034" sldId="268"/>
            <ac:picMk id="15" creationId="{FC5AE246-7C1C-1C5D-1CC4-8EC9511DCEA4}"/>
          </ac:picMkLst>
        </pc:picChg>
        <pc:picChg chg="add mod">
          <ac:chgData name="Jordan Henderson" userId="1aefba67a2305a7d" providerId="LiveId" clId="{544928A6-073F-4C18-B400-8A94CC0698F1}" dt="2025-10-17T18:46:31.788" v="392" actId="14100"/>
          <ac:picMkLst>
            <pc:docMk/>
            <pc:sldMk cId="1378358034" sldId="268"/>
            <ac:picMk id="19" creationId="{9F8A3520-DB99-8920-C28D-AF4D4CDD2AA8}"/>
          </ac:picMkLst>
        </pc:picChg>
      </pc:sldChg>
      <pc:sldChg chg="addSp delSp modSp add mod">
        <pc:chgData name="Jordan Henderson" userId="1aefba67a2305a7d" providerId="LiveId" clId="{544928A6-073F-4C18-B400-8A94CC0698F1}" dt="2025-10-17T18:41:59.999" v="299" actId="14100"/>
        <pc:sldMkLst>
          <pc:docMk/>
          <pc:sldMk cId="347305869" sldId="269"/>
        </pc:sldMkLst>
        <pc:spChg chg="mod">
          <ac:chgData name="Jordan Henderson" userId="1aefba67a2305a7d" providerId="LiveId" clId="{544928A6-073F-4C18-B400-8A94CC0698F1}" dt="2025-10-17T18:41:59.999" v="299" actId="14100"/>
          <ac:spMkLst>
            <pc:docMk/>
            <pc:sldMk cId="347305869" sldId="269"/>
            <ac:spMk id="4" creationId="{8AE9CD4D-BB5A-1279-6A8F-3026730E1FAE}"/>
          </ac:spMkLst>
        </pc:spChg>
        <pc:picChg chg="del">
          <ac:chgData name="Jordan Henderson" userId="1aefba67a2305a7d" providerId="LiveId" clId="{544928A6-073F-4C18-B400-8A94CC0698F1}" dt="2025-10-17T16:12:42.084" v="54" actId="478"/>
          <ac:picMkLst>
            <pc:docMk/>
            <pc:sldMk cId="347305869" sldId="269"/>
            <ac:picMk id="3" creationId="{7FEFAE91-1279-8723-BE61-3F4B49ABEE74}"/>
          </ac:picMkLst>
        </pc:picChg>
        <pc:picChg chg="add mod">
          <ac:chgData name="Jordan Henderson" userId="1aefba67a2305a7d" providerId="LiveId" clId="{544928A6-073F-4C18-B400-8A94CC0698F1}" dt="2025-10-17T16:12:59.326" v="56" actId="1076"/>
          <ac:picMkLst>
            <pc:docMk/>
            <pc:sldMk cId="347305869" sldId="269"/>
            <ac:picMk id="5" creationId="{89D532BC-B327-DBFC-5B71-3C26991EDA8F}"/>
          </ac:picMkLst>
        </pc:picChg>
      </pc:sldChg>
      <pc:sldChg chg="addSp delSp modSp add mod">
        <pc:chgData name="Jordan Henderson" userId="1aefba67a2305a7d" providerId="LiveId" clId="{544928A6-073F-4C18-B400-8A94CC0698F1}" dt="2025-10-17T18:42:54.431" v="343"/>
        <pc:sldMkLst>
          <pc:docMk/>
          <pc:sldMk cId="3483675896" sldId="270"/>
        </pc:sldMkLst>
        <pc:spChg chg="add mod">
          <ac:chgData name="Jordan Henderson" userId="1aefba67a2305a7d" providerId="LiveId" clId="{544928A6-073F-4C18-B400-8A94CC0698F1}" dt="2025-10-17T18:42:54.431" v="343"/>
          <ac:spMkLst>
            <pc:docMk/>
            <pc:sldMk cId="3483675896" sldId="270"/>
            <ac:spMk id="2" creationId="{D8390EF5-9CDF-C4E7-0D6D-649EA7F5C8C8}"/>
          </ac:spMkLst>
        </pc:spChg>
        <pc:spChg chg="del">
          <ac:chgData name="Jordan Henderson" userId="1aefba67a2305a7d" providerId="LiveId" clId="{544928A6-073F-4C18-B400-8A94CC0698F1}" dt="2025-10-17T18:40:44.743" v="231" actId="478"/>
          <ac:spMkLst>
            <pc:docMk/>
            <pc:sldMk cId="3483675896" sldId="270"/>
            <ac:spMk id="4" creationId="{6BDD6D3A-0ED1-3A89-70E8-6B655BD36A6F}"/>
          </ac:spMkLst>
        </pc:spChg>
        <pc:picChg chg="mod">
          <ac:chgData name="Jordan Henderson" userId="1aefba67a2305a7d" providerId="LiveId" clId="{544928A6-073F-4C18-B400-8A94CC0698F1}" dt="2025-10-17T18:42:50.467" v="342" actId="1076"/>
          <ac:picMkLst>
            <pc:docMk/>
            <pc:sldMk cId="3483675896" sldId="270"/>
            <ac:picMk id="7" creationId="{530752AA-C14D-DAB5-944D-D5088E0D1A81}"/>
          </ac:picMkLst>
        </pc:picChg>
      </pc:sldChg>
      <pc:sldChg chg="addSp delSp modSp add mod">
        <pc:chgData name="Jordan Henderson" userId="1aefba67a2305a7d" providerId="LiveId" clId="{544928A6-073F-4C18-B400-8A94CC0698F1}" dt="2025-10-17T18:42:46.801" v="341" actId="20577"/>
        <pc:sldMkLst>
          <pc:docMk/>
          <pc:sldMk cId="2741964285" sldId="271"/>
        </pc:sldMkLst>
        <pc:spChg chg="del">
          <ac:chgData name="Jordan Henderson" userId="1aefba67a2305a7d" providerId="LiveId" clId="{544928A6-073F-4C18-B400-8A94CC0698F1}" dt="2025-10-17T18:40:09.608" v="229" actId="478"/>
          <ac:spMkLst>
            <pc:docMk/>
            <pc:sldMk cId="2741964285" sldId="271"/>
            <ac:spMk id="4" creationId="{DF68ABD3-1341-163D-8489-17282754D7D1}"/>
          </ac:spMkLst>
        </pc:spChg>
        <pc:spChg chg="add mod">
          <ac:chgData name="Jordan Henderson" userId="1aefba67a2305a7d" providerId="LiveId" clId="{544928A6-073F-4C18-B400-8A94CC0698F1}" dt="2025-10-17T18:42:46.801" v="341" actId="20577"/>
          <ac:spMkLst>
            <pc:docMk/>
            <pc:sldMk cId="2741964285" sldId="271"/>
            <ac:spMk id="5" creationId="{CB44C19B-C91B-433E-7296-D062DB987C06}"/>
          </ac:spMkLst>
        </pc:spChg>
        <pc:picChg chg="add mod">
          <ac:chgData name="Jordan Henderson" userId="1aefba67a2305a7d" providerId="LiveId" clId="{544928A6-073F-4C18-B400-8A94CC0698F1}" dt="2025-10-17T18:42:41.001" v="330" actId="1076"/>
          <ac:picMkLst>
            <pc:docMk/>
            <pc:sldMk cId="2741964285" sldId="271"/>
            <ac:picMk id="3" creationId="{EB07BEF0-02B4-1122-1E07-91BC0032E538}"/>
          </ac:picMkLst>
        </pc:picChg>
      </pc:sldChg>
      <pc:sldChg chg="modSp add mod">
        <pc:chgData name="Jordan Henderson" userId="1aefba67a2305a7d" providerId="LiveId" clId="{544928A6-073F-4C18-B400-8A94CC0698F1}" dt="2025-10-17T18:49:23.180" v="436" actId="20577"/>
        <pc:sldMkLst>
          <pc:docMk/>
          <pc:sldMk cId="3746586869" sldId="272"/>
        </pc:sldMkLst>
        <pc:spChg chg="mod">
          <ac:chgData name="Jordan Henderson" userId="1aefba67a2305a7d" providerId="LiveId" clId="{544928A6-073F-4C18-B400-8A94CC0698F1}" dt="2025-10-17T18:49:23.180" v="436" actId="20577"/>
          <ac:spMkLst>
            <pc:docMk/>
            <pc:sldMk cId="3746586869" sldId="272"/>
            <ac:spMk id="4" creationId="{F232F62D-A1C2-213A-04C4-277BAACE6A0E}"/>
          </ac:spMkLst>
        </pc:spChg>
      </pc:sldChg>
      <pc:sldChg chg="addSp modSp add mod">
        <pc:chgData name="Jordan Henderson" userId="1aefba67a2305a7d" providerId="LiveId" clId="{544928A6-073F-4C18-B400-8A94CC0698F1}" dt="2025-10-17T18:49:16.810" v="430" actId="20577"/>
        <pc:sldMkLst>
          <pc:docMk/>
          <pc:sldMk cId="2676908566" sldId="273"/>
        </pc:sldMkLst>
        <pc:spChg chg="mod">
          <ac:chgData name="Jordan Henderson" userId="1aefba67a2305a7d" providerId="LiveId" clId="{544928A6-073F-4C18-B400-8A94CC0698F1}" dt="2025-10-17T18:49:16.810" v="430" actId="20577"/>
          <ac:spMkLst>
            <pc:docMk/>
            <pc:sldMk cId="2676908566" sldId="273"/>
            <ac:spMk id="4" creationId="{7AB9124E-0AA7-71AA-4265-6E3CADF40D5C}"/>
          </ac:spMkLst>
        </pc:spChg>
        <pc:picChg chg="add mod">
          <ac:chgData name="Jordan Henderson" userId="1aefba67a2305a7d" providerId="LiveId" clId="{544928A6-073F-4C18-B400-8A94CC0698F1}" dt="2025-10-17T16:20:07.343" v="76" actId="1076"/>
          <ac:picMkLst>
            <pc:docMk/>
            <pc:sldMk cId="2676908566" sldId="273"/>
            <ac:picMk id="3" creationId="{D69F84BA-6518-0FF6-6C72-7BD271E39543}"/>
          </ac:picMkLst>
        </pc:picChg>
      </pc:sldChg>
      <pc:sldChg chg="addSp delSp modSp add mod">
        <pc:chgData name="Jordan Henderson" userId="1aefba67a2305a7d" providerId="LiveId" clId="{544928A6-073F-4C18-B400-8A94CC0698F1}" dt="2025-10-17T18:42:38.452" v="329" actId="20577"/>
        <pc:sldMkLst>
          <pc:docMk/>
          <pc:sldMk cId="2504917055" sldId="274"/>
        </pc:sldMkLst>
        <pc:spChg chg="add mod">
          <ac:chgData name="Jordan Henderson" userId="1aefba67a2305a7d" providerId="LiveId" clId="{544928A6-073F-4C18-B400-8A94CC0698F1}" dt="2025-10-17T18:42:38.452" v="329" actId="20577"/>
          <ac:spMkLst>
            <pc:docMk/>
            <pc:sldMk cId="2504917055" sldId="274"/>
            <ac:spMk id="2" creationId="{5FECF53C-0D65-52EF-4822-C67673BCD1BA}"/>
          </ac:spMkLst>
        </pc:spChg>
        <pc:spChg chg="del">
          <ac:chgData name="Jordan Henderson" userId="1aefba67a2305a7d" providerId="LiveId" clId="{544928A6-073F-4C18-B400-8A94CC0698F1}" dt="2025-10-17T18:40:03.638" v="227" actId="478"/>
          <ac:spMkLst>
            <pc:docMk/>
            <pc:sldMk cId="2504917055" sldId="274"/>
            <ac:spMk id="4" creationId="{21AD0D66-9397-347D-3AA2-D774F3AACF83}"/>
          </ac:spMkLst>
        </pc:spChg>
        <pc:picChg chg="mod">
          <ac:chgData name="Jordan Henderson" userId="1aefba67a2305a7d" providerId="LiveId" clId="{544928A6-073F-4C18-B400-8A94CC0698F1}" dt="2025-10-17T18:42:30.926" v="322" actId="1076"/>
          <ac:picMkLst>
            <pc:docMk/>
            <pc:sldMk cId="2504917055" sldId="274"/>
            <ac:picMk id="13" creationId="{131A7CF3-F537-0260-FAA7-528800CF6E6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29DC7-5556-C21E-02F3-2371156F6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8E4EE-316B-18F7-EEE2-AF7FC407C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80CBB-BFC5-7EE7-CD15-B0DB207C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16BCE-79FE-D610-10E6-3E0D098B1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1389D-B42E-57D1-727D-3E2186A56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00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44DF-86BA-C80E-ACE2-3CEC5985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4DE65-4314-3294-6A47-48822ADD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3D516-CC44-1A4B-B43A-89B356C52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E19DB-3AFD-DF94-B0B0-86822F771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9604-76ED-1DAE-DA14-7135B5B9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7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E032-A9D6-C714-C57D-55572615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CDF6-7B63-A1AD-8ADB-CA0A6EA15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C4545-44C4-007D-D6A1-4C0EDCC3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A54E-73C2-F9BA-C38E-C1D8F25F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B7A33-E690-AD19-CE30-73294603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52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81E7D-887A-E31B-4089-DBC37B834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3AF7-D0B7-BCD1-A75A-3F8AEC3BBA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B56AD-942D-10E1-15BF-1FB403D7A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E82CA-E432-6F66-143E-991C0AA3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EF214-A814-CE82-673C-53D43AEA0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4B420-8C72-6EB7-AC12-9D0F470B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1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DE505-03A1-7646-2956-C96CCDF63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4BC6-456B-91D0-B702-FFE109B86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405B3-56DC-E3DA-C85C-4EFDE51AA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1CA98-00E2-C4B8-5A8A-1ECFC4F0C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4739-FCFD-0C1A-4C45-637650575D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99051-FEDC-BBA5-7DB5-FEA8259F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542CAB-4290-1979-7B57-2C83A972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65D32C-C057-D23D-5080-9918B8FF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C474F-F228-0108-7162-E03F24FB5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C6248-6AB6-BF9B-2F7F-32295C74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C2BE1-E4DA-A4DD-1CD0-CB7E14BF0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32C40-9C12-8356-192C-5619B8BC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4B8C5-F5BD-6E51-2B4F-7DC167B17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6F1F0-2EC2-6EFF-B2AB-7B1459E8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C352A-9D37-1D37-046C-55B3A093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1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1F48-A01C-AAE7-ECE5-1E5C3C16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D815E-2CDD-175E-173C-67F58C60B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3C186-9548-D649-9864-300082081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B7CC3-CB59-1FBB-925E-40DEAAD7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C7239-6B44-4C72-82B0-EA3B4E1D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C87BB-58C7-A210-8912-8A1139698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7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A8BEA-B67F-D3BD-B81F-F79D5F647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EB413A-9502-46DC-E4CA-E22693C24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ADCDD-AA74-08E9-B95F-F82EB71EE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B37B0-F8EF-D5F7-1773-AAE04732D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0F79D-8ADB-80A5-9939-121C2D638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40BA3-1882-809C-B409-8614B1C3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7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3915-1712-A32F-C22B-CD41E0AB3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779ED-B2DE-6351-55B3-D2C663171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54535-37C8-84BE-2FD3-2C536F72B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6F983-D7DB-D552-8D02-4F5E82ED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38C7B-AEA5-99F4-5CCC-64165C82A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3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C0549-4756-B296-493A-2C8C90E3E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5A0BE-B837-EBCF-728D-E6052CC35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431BE-8428-B086-7910-D86FE73A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C6648-2218-DBF8-4042-9667BDEA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238B5-F450-1236-2436-11F49369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2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52845C-A449-3798-7912-DBE26E80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85057-B00E-014C-2BC0-CA212B6CB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C264B-0066-CC5F-D1BC-EFB2FF3D9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FA9A8-6EAC-48D3-B691-FF2EF854CE7B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935F0-E2AC-0E73-9D14-80C4D4292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30AEE-A18B-3B42-86BC-82D4C7441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0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1A28-2FB3-942A-5986-4A75FAB64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79408" y="818632"/>
            <a:ext cx="3212592" cy="1430792"/>
          </a:xfrm>
        </p:spPr>
        <p:txBody>
          <a:bodyPr>
            <a:normAutofit fontScale="90000"/>
          </a:bodyPr>
          <a:lstStyle/>
          <a:p>
            <a:r>
              <a:rPr lang="en-US" dirty="0"/>
              <a:t>LEFT shoulder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AF516-8A3A-D92F-96AD-D20E35EA0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9686" y="2422460"/>
            <a:ext cx="2373086" cy="3245077"/>
          </a:xfrm>
        </p:spPr>
        <p:txBody>
          <a:bodyPr>
            <a:normAutofit/>
          </a:bodyPr>
          <a:lstStyle/>
          <a:p>
            <a:r>
              <a:rPr lang="en-US" dirty="0"/>
              <a:t>1.5 2x4x8</a:t>
            </a:r>
          </a:p>
          <a:p>
            <a:r>
              <a:rPr lang="en-US" dirty="0"/>
              <a:t>7 2x4x12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2BA7D8-61D5-060E-E5E3-6C58123C0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57" y="92140"/>
            <a:ext cx="5163271" cy="63445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67E0C1-309E-D0C1-29A8-02CE16A53A27}"/>
              </a:ext>
            </a:extLst>
          </p:cNvPr>
          <p:cNvSpPr txBox="1"/>
          <p:nvPr/>
        </p:nvSpPr>
        <p:spPr>
          <a:xfrm>
            <a:off x="630957" y="6436675"/>
            <a:ext cx="11667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Very important to be using the right pieces and board sizes!!! Please keep track and label boards as you cut!!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4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E069-010C-F620-FA42-923F6AE93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1518854-A0F4-742C-E196-774266BF705D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2x4x8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(7) 2x4x12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A1CB6E-7533-CE35-A2AB-856EAF8CE5A0}"/>
              </a:ext>
            </a:extLst>
          </p:cNvPr>
          <p:cNvSpPr txBox="1"/>
          <p:nvPr/>
        </p:nvSpPr>
        <p:spPr>
          <a:xfrm>
            <a:off x="658368" y="6321488"/>
            <a:ext cx="11667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Very important to be using the right pieces and board sizes!!! Please keep track and label boards as you cut!!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1D380E-E83B-1A48-528A-87BD86759C81}"/>
              </a:ext>
            </a:extLst>
          </p:cNvPr>
          <p:cNvSpPr txBox="1"/>
          <p:nvPr/>
        </p:nvSpPr>
        <p:spPr>
          <a:xfrm>
            <a:off x="524256" y="2423096"/>
            <a:ext cx="41666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Mark and cut boards like this </a:t>
            </a:r>
            <a:r>
              <a:rPr lang="en-US" dirty="0">
                <a:sym typeface="Wingdings" panose="05000000000000000000" pitchFamily="2" charset="2"/>
              </a:rPr>
              <a:t>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Label each board as written here and keep together</a:t>
            </a:r>
            <a:endParaRPr lang="en-US" dirty="0"/>
          </a:p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F8A3520-DB99-8920-C28D-AF4D4CDD2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298" y="138840"/>
            <a:ext cx="4633734" cy="610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358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4D64F-BA06-DC88-1695-B0F79D6B7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31A7CF3-F537-0260-FAA7-528800CF6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062" y="662955"/>
            <a:ext cx="5591955" cy="5239481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5FECF53C-0D65-52EF-4822-C67673BCD1BA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48”</a:t>
            </a:r>
          </a:p>
          <a:p>
            <a:pPr marL="0" indent="0">
              <a:buNone/>
            </a:pPr>
            <a:r>
              <a:rPr lang="en-US" dirty="0"/>
              <a:t>(2) 41”</a:t>
            </a:r>
          </a:p>
        </p:txBody>
      </p:sp>
    </p:spTree>
    <p:extLst>
      <p:ext uri="{BB962C8B-B14F-4D97-AF65-F5344CB8AC3E}">
        <p14:creationId xmlns:p14="http://schemas.microsoft.com/office/powerpoint/2010/main" val="2504917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5599B-DA97-FD59-92FB-7059678C6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07BEF0-02B4-1122-1E07-91BC0032E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456" y="685417"/>
            <a:ext cx="6477904" cy="5487166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CB44C19B-C91B-433E-7296-D062DB987C06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(4) 48”</a:t>
            </a:r>
          </a:p>
        </p:txBody>
      </p:sp>
    </p:spTree>
    <p:extLst>
      <p:ext uri="{BB962C8B-B14F-4D97-AF65-F5344CB8AC3E}">
        <p14:creationId xmlns:p14="http://schemas.microsoft.com/office/powerpoint/2010/main" val="2741964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B46D4-A1DF-6B41-E358-50AF50091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30752AA-C14D-DAB5-944D-D5088E0D1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165" y="75732"/>
            <a:ext cx="6487430" cy="6706536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D8390EF5-9CDF-C4E7-0D6D-649EA7F5C8C8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48”</a:t>
            </a:r>
          </a:p>
          <a:p>
            <a:pPr marL="0" indent="0">
              <a:buNone/>
            </a:pPr>
            <a:r>
              <a:rPr lang="en-US" dirty="0"/>
              <a:t>(2) 41”</a:t>
            </a:r>
          </a:p>
        </p:txBody>
      </p:sp>
    </p:spTree>
    <p:extLst>
      <p:ext uri="{BB962C8B-B14F-4D97-AF65-F5344CB8AC3E}">
        <p14:creationId xmlns:p14="http://schemas.microsoft.com/office/powerpoint/2010/main" val="3483675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2A4B0-CB2F-8DF9-FB76-A90FA235A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8AE9CD4D-BB5A-1279-6A8F-3026730E1FAE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4082578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Use the 2 pieces marked S64, one cut from each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D532BC-B327-DBFC-5B71-3C26991ED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517" y="375811"/>
            <a:ext cx="6220693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5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BF02B-5083-BA44-CFAB-61E84228D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C4E73E2-2D8C-DE62-959D-87400A970384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48”</a:t>
            </a:r>
          </a:p>
          <a:p>
            <a:pPr marL="0" indent="0">
              <a:buNone/>
            </a:pPr>
            <a:r>
              <a:rPr lang="en-US" dirty="0"/>
              <a:t>(1) 18”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76FEFB-2FD6-1807-84EC-ADDFF1671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650" y="731520"/>
            <a:ext cx="4284928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1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C8D19-C780-E24D-E07F-3E93D0B7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E2ED38F3-1ECA-E993-0815-D79695E58680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arenBoth"/>
            </a:pPr>
            <a:r>
              <a:rPr lang="en-US" dirty="0"/>
              <a:t>20.5”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(1) 24”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(1) 23.25”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421DE8-4913-9D9B-CBFE-314410BF0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800" y="228600"/>
            <a:ext cx="5308769" cy="611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98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D4BC-C980-9FA9-3BA8-C4C70E4BD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E34DE991-B7F5-F797-85CE-000A70403FB4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S67</a:t>
            </a:r>
          </a:p>
          <a:p>
            <a:pPr marL="0" indent="0">
              <a:buNone/>
            </a:pPr>
            <a:r>
              <a:rPr lang="en-US" dirty="0"/>
              <a:t>(1) S34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2880D0-B9EC-4917-52A2-F96CDFC48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742" y="183198"/>
            <a:ext cx="4820323" cy="636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285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E10A-CED2-C543-8770-8E7B4000D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7AB9124E-0AA7-71AA-4265-6E3CADF40D5C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arenBoth"/>
            </a:pPr>
            <a:r>
              <a:rPr lang="en-US" dirty="0"/>
              <a:t>21.5”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9F84BA-6518-0FF6-6C72-7BD271E39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6540"/>
            <a:ext cx="4763165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08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AC92F-7CCA-143D-BCED-2167ABDEE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F232F62D-A1C2-213A-04C4-277BAACE6A0E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(1) S34</a:t>
            </a: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FDBBB4-0FF1-CF6D-82CC-7EBEC971C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889" y="103753"/>
            <a:ext cx="5534797" cy="64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586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146</Words>
  <Application>Microsoft Office PowerPoint</Application>
  <PresentationFormat>Widescreen</PresentationFormat>
  <Paragraphs>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LEFT shoulder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Henderson</dc:creator>
  <cp:lastModifiedBy>Jordan Henderson</cp:lastModifiedBy>
  <cp:revision>6</cp:revision>
  <dcterms:created xsi:type="dcterms:W3CDTF">2025-10-06T00:13:52Z</dcterms:created>
  <dcterms:modified xsi:type="dcterms:W3CDTF">2025-10-17T18:50:03Z</dcterms:modified>
</cp:coreProperties>
</file>