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5" r:id="rId11"/>
    <p:sldId id="264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4F711D-05FC-4F61-8AC0-C4FB352969CC}" v="3" dt="2025-10-14T21:01:11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addSld delSld modSld">
      <pc:chgData name="Jordan Henderson" userId="1aefba67a2305a7d" providerId="LiveId" clId="{544928A6-073F-4C18-B400-8A94CC0698F1}" dt="2025-10-14T21:04:05.984" v="458" actId="20577"/>
      <pc:docMkLst>
        <pc:docMk/>
      </pc:docMkLst>
      <pc:sldChg chg="addSp delSp modSp mod">
        <pc:chgData name="Jordan Henderson" userId="1aefba67a2305a7d" providerId="LiveId" clId="{544928A6-073F-4C18-B400-8A94CC0698F1}" dt="2025-10-14T20:49:48.484" v="71" actId="20577"/>
        <pc:sldMkLst>
          <pc:docMk/>
          <pc:sldMk cId="2899849503" sldId="256"/>
        </pc:sldMkLst>
        <pc:spChg chg="mod">
          <ac:chgData name="Jordan Henderson" userId="1aefba67a2305a7d" providerId="LiveId" clId="{544928A6-073F-4C18-B400-8A94CC0698F1}" dt="2025-10-14T20:34:35.138" v="1" actId="20577"/>
          <ac:spMkLst>
            <pc:docMk/>
            <pc:sldMk cId="2899849503" sldId="256"/>
            <ac:spMk id="2" creationId="{691A1A28-2FB3-942A-5986-4A75FAB64C36}"/>
          </ac:spMkLst>
        </pc:spChg>
        <pc:spChg chg="mod">
          <ac:chgData name="Jordan Henderson" userId="1aefba67a2305a7d" providerId="LiveId" clId="{544928A6-073F-4C18-B400-8A94CC0698F1}" dt="2025-10-14T20:49:48.484" v="71" actId="20577"/>
          <ac:spMkLst>
            <pc:docMk/>
            <pc:sldMk cId="2899849503" sldId="256"/>
            <ac:spMk id="3" creationId="{0F1AF516-8A3A-D92F-96AD-D20E35EA0C12}"/>
          </ac:spMkLst>
        </pc:spChg>
        <pc:picChg chg="add del mod">
          <ac:chgData name="Jordan Henderson" userId="1aefba67a2305a7d" providerId="LiveId" clId="{544928A6-073F-4C18-B400-8A94CC0698F1}" dt="2025-10-14T20:43:26.615" v="36" actId="478"/>
          <ac:picMkLst>
            <pc:docMk/>
            <pc:sldMk cId="2899849503" sldId="256"/>
            <ac:picMk id="5" creationId="{BE0F4F62-C3C7-9CD8-8E7A-E23D6AF92AD5}"/>
          </ac:picMkLst>
        </pc:picChg>
        <pc:picChg chg="del">
          <ac:chgData name="Jordan Henderson" userId="1aefba67a2305a7d" providerId="LiveId" clId="{544928A6-073F-4C18-B400-8A94CC0698F1}" dt="2025-10-14T20:34:42.343" v="4" actId="478"/>
          <ac:picMkLst>
            <pc:docMk/>
            <pc:sldMk cId="2899849503" sldId="256"/>
            <ac:picMk id="6" creationId="{85B58067-CAA5-EAB7-BB5E-F83661FDE8B5}"/>
          </ac:picMkLst>
        </pc:picChg>
        <pc:picChg chg="add mod">
          <ac:chgData name="Jordan Henderson" userId="1aefba67a2305a7d" providerId="LiveId" clId="{544928A6-073F-4C18-B400-8A94CC0698F1}" dt="2025-10-14T20:43:28.797" v="38" actId="1076"/>
          <ac:picMkLst>
            <pc:docMk/>
            <pc:sldMk cId="2899849503" sldId="256"/>
            <ac:picMk id="8" creationId="{CB528416-6116-51E7-882A-E7D7D8ED5AB0}"/>
          </ac:picMkLst>
        </pc:picChg>
      </pc:sldChg>
      <pc:sldChg chg="addSp delSp modSp mod">
        <pc:chgData name="Jordan Henderson" userId="1aefba67a2305a7d" providerId="LiveId" clId="{544928A6-073F-4C18-B400-8A94CC0698F1}" dt="2025-10-14T20:50:12.195" v="79" actId="20577"/>
        <pc:sldMkLst>
          <pc:docMk/>
          <pc:sldMk cId="2706032840" sldId="257"/>
        </pc:sldMkLst>
        <pc:spChg chg="mod">
          <ac:chgData name="Jordan Henderson" userId="1aefba67a2305a7d" providerId="LiveId" clId="{544928A6-073F-4C18-B400-8A94CC0698F1}" dt="2025-10-14T20:50:12.195" v="79" actId="20577"/>
          <ac:spMkLst>
            <pc:docMk/>
            <pc:sldMk cId="2706032840" sldId="257"/>
            <ac:spMk id="6" creationId="{67BCA9EE-D6B9-4DD3-49AB-81A8BE957977}"/>
          </ac:spMkLst>
        </pc:spChg>
        <pc:picChg chg="del">
          <ac:chgData name="Jordan Henderson" userId="1aefba67a2305a7d" providerId="LiveId" clId="{544928A6-073F-4C18-B400-8A94CC0698F1}" dt="2025-10-14T20:41:07.106" v="18" actId="478"/>
          <ac:picMkLst>
            <pc:docMk/>
            <pc:sldMk cId="2706032840" sldId="257"/>
            <ac:picMk id="3" creationId="{3B6FA321-98C7-92CC-EEE4-6A33DDF695CC}"/>
          </ac:picMkLst>
        </pc:picChg>
        <pc:picChg chg="add mod">
          <ac:chgData name="Jordan Henderson" userId="1aefba67a2305a7d" providerId="LiveId" clId="{544928A6-073F-4C18-B400-8A94CC0698F1}" dt="2025-10-14T20:41:13.984" v="22" actId="1076"/>
          <ac:picMkLst>
            <pc:docMk/>
            <pc:sldMk cId="2706032840" sldId="257"/>
            <ac:picMk id="4" creationId="{937ABAD8-3FA2-201D-D7F2-11DE0545D1AE}"/>
          </ac:picMkLst>
        </pc:picChg>
      </pc:sldChg>
      <pc:sldChg chg="addSp delSp modSp mod">
        <pc:chgData name="Jordan Henderson" userId="1aefba67a2305a7d" providerId="LiveId" clId="{544928A6-073F-4C18-B400-8A94CC0698F1}" dt="2025-10-14T20:51:06.616" v="83" actId="20577"/>
        <pc:sldMkLst>
          <pc:docMk/>
          <pc:sldMk cId="3926139776" sldId="258"/>
        </pc:sldMkLst>
        <pc:spChg chg="mod">
          <ac:chgData name="Jordan Henderson" userId="1aefba67a2305a7d" providerId="LiveId" clId="{544928A6-073F-4C18-B400-8A94CC0698F1}" dt="2025-10-14T20:51:06.616" v="83" actId="20577"/>
          <ac:spMkLst>
            <pc:docMk/>
            <pc:sldMk cId="3926139776" sldId="258"/>
            <ac:spMk id="6" creationId="{9EF1C470-B295-77B5-A777-ACB03C092B88}"/>
          </ac:spMkLst>
        </pc:spChg>
        <pc:picChg chg="add mod">
          <ac:chgData name="Jordan Henderson" userId="1aefba67a2305a7d" providerId="LiveId" clId="{544928A6-073F-4C18-B400-8A94CC0698F1}" dt="2025-10-14T20:40:22.351" v="17" actId="1076"/>
          <ac:picMkLst>
            <pc:docMk/>
            <pc:sldMk cId="3926139776" sldId="258"/>
            <ac:picMk id="3" creationId="{2A165691-DE81-6D23-A701-94E74A26C2E6}"/>
          </ac:picMkLst>
        </pc:picChg>
        <pc:picChg chg="del">
          <ac:chgData name="Jordan Henderson" userId="1aefba67a2305a7d" providerId="LiveId" clId="{544928A6-073F-4C18-B400-8A94CC0698F1}" dt="2025-10-14T20:40:16.303" v="14" actId="478"/>
          <ac:picMkLst>
            <pc:docMk/>
            <pc:sldMk cId="3926139776" sldId="258"/>
            <ac:picMk id="7" creationId="{F083ABA6-CF7B-FCA9-C562-43AC0EC4CDB9}"/>
          </ac:picMkLst>
        </pc:picChg>
      </pc:sldChg>
      <pc:sldChg chg="addSp delSp modSp mod">
        <pc:chgData name="Jordan Henderson" userId="1aefba67a2305a7d" providerId="LiveId" clId="{544928A6-073F-4C18-B400-8A94CC0698F1}" dt="2025-10-14T20:51:43.660" v="93" actId="20577"/>
        <pc:sldMkLst>
          <pc:docMk/>
          <pc:sldMk cId="873946216" sldId="259"/>
        </pc:sldMkLst>
        <pc:spChg chg="mod">
          <ac:chgData name="Jordan Henderson" userId="1aefba67a2305a7d" providerId="LiveId" clId="{544928A6-073F-4C18-B400-8A94CC0698F1}" dt="2025-10-14T20:51:43.660" v="93" actId="20577"/>
          <ac:spMkLst>
            <pc:docMk/>
            <pc:sldMk cId="873946216" sldId="259"/>
            <ac:spMk id="5" creationId="{C21B7387-C7BE-E166-E517-66EBDEEA3622}"/>
          </ac:spMkLst>
        </pc:spChg>
        <pc:picChg chg="del">
          <ac:chgData name="Jordan Henderson" userId="1aefba67a2305a7d" providerId="LiveId" clId="{544928A6-073F-4C18-B400-8A94CC0698F1}" dt="2025-10-14T20:37:24.334" v="11" actId="478"/>
          <ac:picMkLst>
            <pc:docMk/>
            <pc:sldMk cId="873946216" sldId="259"/>
            <ac:picMk id="3" creationId="{96BC866A-416E-06BA-B791-EF0D3EF0B804}"/>
          </ac:picMkLst>
        </pc:picChg>
        <pc:picChg chg="add mod">
          <ac:chgData name="Jordan Henderson" userId="1aefba67a2305a7d" providerId="LiveId" clId="{544928A6-073F-4C18-B400-8A94CC0698F1}" dt="2025-10-14T20:37:31.634" v="13" actId="1076"/>
          <ac:picMkLst>
            <pc:docMk/>
            <pc:sldMk cId="873946216" sldId="259"/>
            <ac:picMk id="4" creationId="{1019470C-83D2-5BFA-CB29-CB2B794039ED}"/>
          </ac:picMkLst>
        </pc:picChg>
      </pc:sldChg>
      <pc:sldChg chg="addSp delSp modSp mod">
        <pc:chgData name="Jordan Henderson" userId="1aefba67a2305a7d" providerId="LiveId" clId="{544928A6-073F-4C18-B400-8A94CC0698F1}" dt="2025-10-14T20:53:50.234" v="137" actId="20577"/>
        <pc:sldMkLst>
          <pc:docMk/>
          <pc:sldMk cId="2373839043" sldId="260"/>
        </pc:sldMkLst>
        <pc:spChg chg="mod">
          <ac:chgData name="Jordan Henderson" userId="1aefba67a2305a7d" providerId="LiveId" clId="{544928A6-073F-4C18-B400-8A94CC0698F1}" dt="2025-10-14T20:53:50.234" v="137" actId="20577"/>
          <ac:spMkLst>
            <pc:docMk/>
            <pc:sldMk cId="2373839043" sldId="260"/>
            <ac:spMk id="4" creationId="{6BE47217-D2C3-3CFF-5653-60B102EB820F}"/>
          </ac:spMkLst>
        </pc:spChg>
        <pc:picChg chg="add mod">
          <ac:chgData name="Jordan Henderson" userId="1aefba67a2305a7d" providerId="LiveId" clId="{544928A6-073F-4C18-B400-8A94CC0698F1}" dt="2025-10-14T20:36:13.515" v="10" actId="1076"/>
          <ac:picMkLst>
            <pc:docMk/>
            <pc:sldMk cId="2373839043" sldId="260"/>
            <ac:picMk id="3" creationId="{3029643D-568A-1560-6DBF-D68B8CB9F425}"/>
          </ac:picMkLst>
        </pc:picChg>
        <pc:picChg chg="del">
          <ac:chgData name="Jordan Henderson" userId="1aefba67a2305a7d" providerId="LiveId" clId="{544928A6-073F-4C18-B400-8A94CC0698F1}" dt="2025-10-14T20:36:10.957" v="8" actId="478"/>
          <ac:picMkLst>
            <pc:docMk/>
            <pc:sldMk cId="2373839043" sldId="260"/>
            <ac:picMk id="5" creationId="{0AE62BC5-92B2-9CBF-EC59-8FDA844153E2}"/>
          </ac:picMkLst>
        </pc:picChg>
      </pc:sldChg>
      <pc:sldChg chg="addSp delSp modSp mod">
        <pc:chgData name="Jordan Henderson" userId="1aefba67a2305a7d" providerId="LiveId" clId="{544928A6-073F-4C18-B400-8A94CC0698F1}" dt="2025-10-14T20:55:18.797" v="141" actId="20577"/>
        <pc:sldMkLst>
          <pc:docMk/>
          <pc:sldMk cId="4138172557" sldId="261"/>
        </pc:sldMkLst>
        <pc:spChg chg="mod">
          <ac:chgData name="Jordan Henderson" userId="1aefba67a2305a7d" providerId="LiveId" clId="{544928A6-073F-4C18-B400-8A94CC0698F1}" dt="2025-10-14T20:55:18.797" v="141" actId="20577"/>
          <ac:spMkLst>
            <pc:docMk/>
            <pc:sldMk cId="4138172557" sldId="261"/>
            <ac:spMk id="4" creationId="{7AE34250-D4CD-5AE4-D0CE-1C7E5800FD53}"/>
          </ac:spMkLst>
        </pc:spChg>
        <pc:picChg chg="add mod">
          <ac:chgData name="Jordan Henderson" userId="1aefba67a2305a7d" providerId="LiveId" clId="{544928A6-073F-4C18-B400-8A94CC0698F1}" dt="2025-10-14T20:34:56.034" v="7" actId="1076"/>
          <ac:picMkLst>
            <pc:docMk/>
            <pc:sldMk cId="4138172557" sldId="261"/>
            <ac:picMk id="3" creationId="{A5F5E540-6E61-4050-0187-44037C27A77A}"/>
          </ac:picMkLst>
        </pc:picChg>
        <pc:picChg chg="del">
          <ac:chgData name="Jordan Henderson" userId="1aefba67a2305a7d" providerId="LiveId" clId="{544928A6-073F-4C18-B400-8A94CC0698F1}" dt="2025-10-14T20:34:50.358" v="5" actId="478"/>
          <ac:picMkLst>
            <pc:docMk/>
            <pc:sldMk cId="4138172557" sldId="261"/>
            <ac:picMk id="5" creationId="{95D199EC-8F0C-152C-811B-2DA3981EA335}"/>
          </ac:picMkLst>
        </pc:picChg>
      </pc:sldChg>
      <pc:sldChg chg="addSp delSp modSp add mod">
        <pc:chgData name="Jordan Henderson" userId="1aefba67a2305a7d" providerId="LiveId" clId="{544928A6-073F-4C18-B400-8A94CC0698F1}" dt="2025-10-14T20:57:37.489" v="274" actId="20577"/>
        <pc:sldMkLst>
          <pc:docMk/>
          <pc:sldMk cId="155295672" sldId="262"/>
        </pc:sldMkLst>
        <pc:spChg chg="mod">
          <ac:chgData name="Jordan Henderson" userId="1aefba67a2305a7d" providerId="LiveId" clId="{544928A6-073F-4C18-B400-8A94CC0698F1}" dt="2025-10-14T20:57:37.489" v="274" actId="20577"/>
          <ac:spMkLst>
            <pc:docMk/>
            <pc:sldMk cId="155295672" sldId="262"/>
            <ac:spMk id="4" creationId="{E634E1D5-87E0-FB3B-A6F3-E3733E489801}"/>
          </ac:spMkLst>
        </pc:spChg>
        <pc:picChg chg="del">
          <ac:chgData name="Jordan Henderson" userId="1aefba67a2305a7d" providerId="LiveId" clId="{544928A6-073F-4C18-B400-8A94CC0698F1}" dt="2025-10-14T20:42:23.910" v="29" actId="478"/>
          <ac:picMkLst>
            <pc:docMk/>
            <pc:sldMk cId="155295672" sldId="262"/>
            <ac:picMk id="3" creationId="{551465F9-DC31-48A0-B30D-0E316E53F133}"/>
          </ac:picMkLst>
        </pc:picChg>
        <pc:picChg chg="add del mod">
          <ac:chgData name="Jordan Henderson" userId="1aefba67a2305a7d" providerId="LiveId" clId="{544928A6-073F-4C18-B400-8A94CC0698F1}" dt="2025-10-14T20:43:56.752" v="43" actId="478"/>
          <ac:picMkLst>
            <pc:docMk/>
            <pc:sldMk cId="155295672" sldId="262"/>
            <ac:picMk id="5" creationId="{68B77EC0-2A1F-63BF-957E-104420643E7B}"/>
          </ac:picMkLst>
        </pc:picChg>
        <pc:picChg chg="add mod">
          <ac:chgData name="Jordan Henderson" userId="1aefba67a2305a7d" providerId="LiveId" clId="{544928A6-073F-4C18-B400-8A94CC0698F1}" dt="2025-10-14T20:48:20.521" v="58" actId="1076"/>
          <ac:picMkLst>
            <pc:docMk/>
            <pc:sldMk cId="155295672" sldId="262"/>
            <ac:picMk id="7" creationId="{93D5FD8C-1F28-E687-9B40-53FD8D41766B}"/>
          </ac:picMkLst>
        </pc:picChg>
      </pc:sldChg>
      <pc:sldChg chg="new del">
        <pc:chgData name="Jordan Henderson" userId="1aefba67a2305a7d" providerId="LiveId" clId="{544928A6-073F-4C18-B400-8A94CC0698F1}" dt="2025-10-14T20:42:17.241" v="26" actId="680"/>
        <pc:sldMkLst>
          <pc:docMk/>
          <pc:sldMk cId="2972666595" sldId="262"/>
        </pc:sldMkLst>
      </pc:sldChg>
      <pc:sldChg chg="addSp delSp modSp add mod">
        <pc:chgData name="Jordan Henderson" userId="1aefba67a2305a7d" providerId="LiveId" clId="{544928A6-073F-4C18-B400-8A94CC0698F1}" dt="2025-10-14T21:04:05.984" v="458" actId="20577"/>
        <pc:sldMkLst>
          <pc:docMk/>
          <pc:sldMk cId="526142843" sldId="263"/>
        </pc:sldMkLst>
        <pc:spChg chg="mod">
          <ac:chgData name="Jordan Henderson" userId="1aefba67a2305a7d" providerId="LiveId" clId="{544928A6-073F-4C18-B400-8A94CC0698F1}" dt="2025-10-14T21:04:05.984" v="458" actId="20577"/>
          <ac:spMkLst>
            <pc:docMk/>
            <pc:sldMk cId="526142843" sldId="263"/>
            <ac:spMk id="4" creationId="{BC37C58B-4537-AFDB-A5E7-BDCB7365A465}"/>
          </ac:spMkLst>
        </pc:spChg>
        <pc:picChg chg="del">
          <ac:chgData name="Jordan Henderson" userId="1aefba67a2305a7d" providerId="LiveId" clId="{544928A6-073F-4C18-B400-8A94CC0698F1}" dt="2025-10-14T20:42:26.551" v="30" actId="478"/>
          <ac:picMkLst>
            <pc:docMk/>
            <pc:sldMk cId="526142843" sldId="263"/>
            <ac:picMk id="3" creationId="{7FA02AEF-3063-A0F3-3C6A-0FB68047A676}"/>
          </ac:picMkLst>
        </pc:picChg>
        <pc:picChg chg="add del mod">
          <ac:chgData name="Jordan Henderson" userId="1aefba67a2305a7d" providerId="LiveId" clId="{544928A6-073F-4C18-B400-8A94CC0698F1}" dt="2025-10-14T20:43:22.584" v="33" actId="478"/>
          <ac:picMkLst>
            <pc:docMk/>
            <pc:sldMk cId="526142843" sldId="263"/>
            <ac:picMk id="5" creationId="{B53EA0F0-0683-194C-BCD1-B5962D861003}"/>
          </ac:picMkLst>
        </pc:picChg>
        <pc:picChg chg="add mod">
          <ac:chgData name="Jordan Henderson" userId="1aefba67a2305a7d" providerId="LiveId" clId="{544928A6-073F-4C18-B400-8A94CC0698F1}" dt="2025-10-14T20:43:24.734" v="35" actId="1076"/>
          <ac:picMkLst>
            <pc:docMk/>
            <pc:sldMk cId="526142843" sldId="263"/>
            <ac:picMk id="7" creationId="{80D8211C-DEAB-DE68-CCA0-CEF895434DBD}"/>
          </ac:picMkLst>
        </pc:picChg>
      </pc:sldChg>
      <pc:sldChg chg="modSp add mod">
        <pc:chgData name="Jordan Henderson" userId="1aefba67a2305a7d" providerId="LiveId" clId="{544928A6-073F-4C18-B400-8A94CC0698F1}" dt="2025-10-14T21:03:36.566" v="413" actId="20577"/>
        <pc:sldMkLst>
          <pc:docMk/>
          <pc:sldMk cId="1015285371" sldId="264"/>
        </pc:sldMkLst>
        <pc:spChg chg="mod">
          <ac:chgData name="Jordan Henderson" userId="1aefba67a2305a7d" providerId="LiveId" clId="{544928A6-073F-4C18-B400-8A94CC0698F1}" dt="2025-10-14T21:03:36.566" v="413" actId="20577"/>
          <ac:spMkLst>
            <pc:docMk/>
            <pc:sldMk cId="1015285371" sldId="264"/>
            <ac:spMk id="4" creationId="{E34DE991-B7F5-F797-85CE-000A70403FB4}"/>
          </ac:spMkLst>
        </pc:spChg>
      </pc:sldChg>
      <pc:sldChg chg="addSp modSp add mod">
        <pc:chgData name="Jordan Henderson" userId="1aefba67a2305a7d" providerId="LiveId" clId="{544928A6-073F-4C18-B400-8A94CC0698F1}" dt="2025-10-14T21:02:50.966" v="403" actId="20577"/>
        <pc:sldMkLst>
          <pc:docMk/>
          <pc:sldMk cId="3240098238" sldId="265"/>
        </pc:sldMkLst>
        <pc:spChg chg="mod">
          <ac:chgData name="Jordan Henderson" userId="1aefba67a2305a7d" providerId="LiveId" clId="{544928A6-073F-4C18-B400-8A94CC0698F1}" dt="2025-10-14T21:02:50.966" v="403" actId="20577"/>
          <ac:spMkLst>
            <pc:docMk/>
            <pc:sldMk cId="3240098238" sldId="265"/>
            <ac:spMk id="4" creationId="{5F8476C2-E3AE-8076-CBC2-E4138330FA1D}"/>
          </ac:spMkLst>
        </pc:spChg>
        <pc:picChg chg="add mod">
          <ac:chgData name="Jordan Henderson" userId="1aefba67a2305a7d" providerId="LiveId" clId="{544928A6-073F-4C18-B400-8A94CC0698F1}" dt="2025-10-14T20:45:28.212" v="46" actId="1076"/>
          <ac:picMkLst>
            <pc:docMk/>
            <pc:sldMk cId="3240098238" sldId="265"/>
            <ac:picMk id="3" creationId="{988B0451-3E39-F3D0-1898-959E8129F0CD}"/>
          </ac:picMkLst>
        </pc:picChg>
      </pc:sldChg>
      <pc:sldChg chg="addSp delSp modSp add mod">
        <pc:chgData name="Jordan Henderson" userId="1aefba67a2305a7d" providerId="LiveId" clId="{544928A6-073F-4C18-B400-8A94CC0698F1}" dt="2025-10-14T20:57:14.714" v="230" actId="20577"/>
        <pc:sldMkLst>
          <pc:docMk/>
          <pc:sldMk cId="222971204" sldId="266"/>
        </pc:sldMkLst>
        <pc:spChg chg="del">
          <ac:chgData name="Jordan Henderson" userId="1aefba67a2305a7d" providerId="LiveId" clId="{544928A6-073F-4C18-B400-8A94CC0698F1}" dt="2025-10-14T20:56:57.818" v="170" actId="478"/>
          <ac:spMkLst>
            <pc:docMk/>
            <pc:sldMk cId="222971204" sldId="266"/>
            <ac:spMk id="4" creationId="{15DBD887-15F9-B5FE-DE2F-93EA600362DA}"/>
          </ac:spMkLst>
        </pc:spChg>
        <pc:spChg chg="add mod">
          <ac:chgData name="Jordan Henderson" userId="1aefba67a2305a7d" providerId="LiveId" clId="{544928A6-073F-4C18-B400-8A94CC0698F1}" dt="2025-10-14T20:57:14.714" v="230" actId="20577"/>
          <ac:spMkLst>
            <pc:docMk/>
            <pc:sldMk cId="222971204" sldId="266"/>
            <ac:spMk id="5" creationId="{431EE6A0-89F7-2D68-D66B-6BD0ED1E669B}"/>
          </ac:spMkLst>
        </pc:spChg>
        <pc:picChg chg="add mod">
          <ac:chgData name="Jordan Henderson" userId="1aefba67a2305a7d" providerId="LiveId" clId="{544928A6-073F-4C18-B400-8A94CC0698F1}" dt="2025-10-14T20:46:52.134" v="51" actId="1076"/>
          <ac:picMkLst>
            <pc:docMk/>
            <pc:sldMk cId="222971204" sldId="266"/>
            <ac:picMk id="3" creationId="{D786D4B3-2977-EC36-5A44-86DB91703B4C}"/>
          </ac:picMkLst>
        </pc:picChg>
      </pc:sldChg>
      <pc:sldChg chg="addSp modSp add mod">
        <pc:chgData name="Jordan Henderson" userId="1aefba67a2305a7d" providerId="LiveId" clId="{544928A6-073F-4C18-B400-8A94CC0698F1}" dt="2025-10-14T20:57:55.895" v="286" actId="313"/>
        <pc:sldMkLst>
          <pc:docMk/>
          <pc:sldMk cId="539696802" sldId="267"/>
        </pc:sldMkLst>
        <pc:spChg chg="mod">
          <ac:chgData name="Jordan Henderson" userId="1aefba67a2305a7d" providerId="LiveId" clId="{544928A6-073F-4C18-B400-8A94CC0698F1}" dt="2025-10-14T20:57:55.895" v="286" actId="313"/>
          <ac:spMkLst>
            <pc:docMk/>
            <pc:sldMk cId="539696802" sldId="267"/>
            <ac:spMk id="4" creationId="{FDC7C5C2-6C56-457D-752C-FA9E5E148B1A}"/>
          </ac:spMkLst>
        </pc:spChg>
        <pc:picChg chg="add mod">
          <ac:chgData name="Jordan Henderson" userId="1aefba67a2305a7d" providerId="LiveId" clId="{544928A6-073F-4C18-B400-8A94CC0698F1}" dt="2025-10-14T20:47:23.189" v="55" actId="1076"/>
          <ac:picMkLst>
            <pc:docMk/>
            <pc:sldMk cId="539696802" sldId="267"/>
            <ac:picMk id="3" creationId="{25B368DC-741E-64C4-1F51-B5D7FADA98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9686" y="169408"/>
            <a:ext cx="2732314" cy="1430792"/>
          </a:xfrm>
        </p:spPr>
        <p:txBody>
          <a:bodyPr/>
          <a:lstStyle/>
          <a:p>
            <a:r>
              <a:rPr lang="en-US" dirty="0"/>
              <a:t>Base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9686" y="1773236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20 2x4x8</a:t>
            </a:r>
          </a:p>
          <a:p>
            <a:r>
              <a:rPr lang="en-US" dirty="0"/>
              <a:t>5 2x4x10</a:t>
            </a:r>
          </a:p>
          <a:p>
            <a:r>
              <a:rPr lang="en-US" dirty="0"/>
              <a:t>6 2x4x12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528416-6116-51E7-882A-E7D7D8ED5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304480"/>
            <a:ext cx="7849695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67BCA9EE-D6B9-4DD3-49AB-81A8BE957977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2x4x12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12’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(3) 2x4x8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(3) </a:t>
            </a:r>
            <a:r>
              <a:rPr lang="en-US" dirty="0">
                <a:sym typeface="Wingdings" panose="05000000000000000000" pitchFamily="2" charset="2"/>
              </a:rPr>
              <a:t>7’5”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ABAD8-3FA2-201D-D7F2-11DE0545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115" y="266991"/>
            <a:ext cx="7379428" cy="632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3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EF1C470-B295-77B5-A777-ACB03C092B88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(7) 2x4x8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(7) 8’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165691-DE81-6D23-A701-94E74A26C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336" y="252440"/>
            <a:ext cx="7733865" cy="635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3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CFE3-FFCF-3631-79E4-A5CE2048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21B7387-C7BE-E166-E517-66EBDEEA3622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8’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(2) 2x4x8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7’5”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9470C-83D2-5BFA-CB29-CB2B79403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93" y="160529"/>
            <a:ext cx="6906589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4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6BE47217-D2C3-3CFF-5653-60B102EB820F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6034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2x4x12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internal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external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29643D-568A-1560-6DBF-D68B8CB9F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602" y="419924"/>
            <a:ext cx="7192379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3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AE34250-D4CD-5AE4-D0CE-1C7E5800FD53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F5E540-6E61-4050-0187-44037C27A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653" y="312646"/>
            <a:ext cx="7449590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7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C2E6-6AAF-C86F-ACE8-69648D3D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634E1D5-87E0-FB3B-A6F3-E3733E489801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(1.5)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(1) 3’5”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save other half for top piece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D5FD8C-1F28-E687-9B40-53FD8D417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102" y="167507"/>
            <a:ext cx="8376796" cy="65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5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7121F-B906-6178-DCF2-820578E6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DC7C5C2-6C56-457D-752C-FA9E5E148B1A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B368DC-741E-64C4-1F51-B5D7FADA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867" y="419924"/>
            <a:ext cx="8039733" cy="596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96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6D4B3-2977-EC36-5A44-86DB91703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29" y="232989"/>
            <a:ext cx="9255469" cy="623184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31EE6A0-89F7-2D68-D66B-6BD0ED1E669B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(1.5)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(1) 3’5”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from other half of bottom piece</a:t>
            </a:r>
          </a:p>
        </p:txBody>
      </p:sp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8D19-C780-E24D-E07F-3E93D0B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F8476C2-E3AE-8076-CBC2-E4138330FA1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853978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(0.5)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(1) </a:t>
            </a:r>
            <a:r>
              <a:rPr lang="en-US" dirty="0">
                <a:sym typeface="Wingdings" panose="05000000000000000000" pitchFamily="2" charset="2"/>
              </a:rPr>
              <a:t>4’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save other half for front slant</a:t>
            </a:r>
          </a:p>
          <a:p>
            <a:pPr marL="0" indent="0">
              <a:buNone/>
            </a:pPr>
            <a:r>
              <a:rPr lang="en-US" dirty="0"/>
              <a:t>(1)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(1) </a:t>
            </a:r>
            <a:r>
              <a:rPr lang="en-US" dirty="0">
                <a:sym typeface="Wingdings" panose="05000000000000000000" pitchFamily="2" charset="2"/>
              </a:rPr>
              <a:t>3’8.5”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B0451-3E39-F3D0-1898-959E8129F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93" y="369804"/>
            <a:ext cx="7382905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9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D4BC-C980-9FA9-3BA8-C4C70E4B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34DE991-B7F5-F797-85CE-000A70403FB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2x4x12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C03DCC-C7B4-62AA-5194-CE61DFDA8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521" y="555171"/>
            <a:ext cx="9360377" cy="587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85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A1CC-D021-93E5-12EA-3BF6AAA0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C37C58B-4537-AFDB-A5E7-BDCB7365A465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(0.5) 2x4x10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(1) </a:t>
            </a:r>
            <a:r>
              <a:rPr lang="en-US" dirty="0">
                <a:sym typeface="Wingdings" panose="05000000000000000000" pitchFamily="2" charset="2"/>
              </a:rPr>
              <a:t>slant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Saved from other half of top piece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D8211C-DEAB-DE68-CCA0-CEF895434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638" y="337706"/>
            <a:ext cx="7849695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4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178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Base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2</cp:revision>
  <dcterms:created xsi:type="dcterms:W3CDTF">2025-10-06T00:13:52Z</dcterms:created>
  <dcterms:modified xsi:type="dcterms:W3CDTF">2025-10-14T21:04:10Z</dcterms:modified>
</cp:coreProperties>
</file>