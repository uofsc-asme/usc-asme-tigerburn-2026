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5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delSld modSld">
      <pc:chgData name="Jordan Henderson" userId="1aefba67a2305a7d" providerId="LiveId" clId="{544928A6-073F-4C18-B400-8A94CC0698F1}" dt="2026-10-19T16:31:40.130" v="651" actId="20577"/>
      <pc:docMkLst>
        <pc:docMk/>
      </pc:docMkLst>
      <pc:sldChg chg="modSp mod">
        <pc:chgData name="Jordan Henderson" userId="1aefba67a2305a7d" providerId="LiveId" clId="{544928A6-073F-4C18-B400-8A94CC0698F1}" dt="2026-10-19T16:31:40.130" v="651" actId="20577"/>
        <pc:sldMkLst>
          <pc:docMk/>
          <pc:sldMk cId="3240098238" sldId="265"/>
        </pc:sldMkLst>
        <pc:spChg chg="mod">
          <ac:chgData name="Jordan Henderson" userId="1aefba67a2305a7d" providerId="LiveId" clId="{544928A6-073F-4C18-B400-8A94CC0698F1}" dt="2026-10-19T16:31:40.130" v="651" actId="20577"/>
          <ac:spMkLst>
            <pc:docMk/>
            <pc:sldMk cId="3240098238" sldId="265"/>
            <ac:spMk id="2" creationId="{E2ED38F3-1ECA-E993-0815-D79695E58680}"/>
          </ac:spMkLst>
        </pc:spChg>
      </pc:sldChg>
      <pc:sldChg chg="modSp mod">
        <pc:chgData name="Jordan Henderson" userId="1aefba67a2305a7d" providerId="LiveId" clId="{544928A6-073F-4C18-B400-8A94CC0698F1}" dt="2026-10-19T16:31:29.448" v="641" actId="20577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6-10-19T16:31:29.448" v="641" actId="20577"/>
          <ac:spMkLst>
            <pc:docMk/>
            <pc:sldMk cId="222971204" sldId="266"/>
            <ac:spMk id="5" creationId="{431EE6A0-89F7-2D68-D66B-6BD0ED1E669B}"/>
          </ac:spMkLst>
        </pc:spChg>
      </pc:sldChg>
      <pc:sldChg chg="addSp delSp modSp mod">
        <pc:chgData name="Jordan Henderson" userId="1aefba67a2305a7d" providerId="LiveId" clId="{544928A6-073F-4C18-B400-8A94CC0698F1}" dt="2026-10-19T16:31:19.216" v="631" actId="27636"/>
        <pc:sldMkLst>
          <pc:docMk/>
          <pc:sldMk cId="539696802" sldId="267"/>
        </pc:sldMkLst>
        <pc:spChg chg="mod">
          <ac:chgData name="Jordan Henderson" userId="1aefba67a2305a7d" providerId="LiveId" clId="{544928A6-073F-4C18-B400-8A94CC0698F1}" dt="2026-10-19T16:31:19.216" v="631" actId="27636"/>
          <ac:spMkLst>
            <pc:docMk/>
            <pc:sldMk cId="539696802" sldId="267"/>
            <ac:spMk id="4" creationId="{FDC7C5C2-6C56-457D-752C-FA9E5E148B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39912" y="809488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Front Leg </a:t>
            </a:r>
            <a:br>
              <a:rPr lang="en-US" dirty="0"/>
            </a:br>
            <a:r>
              <a:rPr lang="en-US" dirty="0"/>
              <a:t>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158" y="2495612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3 2x4x8</a:t>
            </a:r>
          </a:p>
          <a:p>
            <a:r>
              <a:rPr lang="en-US" dirty="0"/>
              <a:t>6 2x4x10</a:t>
            </a:r>
          </a:p>
          <a:p>
            <a:r>
              <a:rPr lang="en-US" dirty="0"/>
              <a:t>4 2x4x12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6A9982-838C-6014-8C26-DF3098E28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39" y="554800"/>
            <a:ext cx="6944694" cy="5334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82D93B-E26E-80FD-4F4B-4DDE80FC8813}"/>
              </a:ext>
            </a:extLst>
          </p:cNvPr>
          <p:cNvSpPr txBox="1"/>
          <p:nvPr/>
        </p:nvSpPr>
        <p:spPr>
          <a:xfrm>
            <a:off x="822960" y="6303200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7121F-B906-6178-DCF2-820578E6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DC7C5C2-6C56-457D-752C-FA9E5E148B1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50299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125”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a 41” from two separate 10’ boards NOT the same one. Save 79” leftover pieces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2CB63-EA51-2739-D07A-4FA64B8A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54" y="542522"/>
            <a:ext cx="8554644" cy="5772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5518BD-EF87-1E45-59FC-BC3325E82EBC}"/>
              </a:ext>
            </a:extLst>
          </p:cNvPr>
          <p:cNvSpPr txBox="1"/>
          <p:nvPr/>
        </p:nvSpPr>
        <p:spPr>
          <a:xfrm>
            <a:off x="822960" y="6303200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96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431EE6A0-89F7-2D68-D66B-6BD0ED1E669B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590772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45”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2 45” from one 8’ board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45”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a 45” from two separate 10’ boards NOT the same one. Save 75” leftover pieces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E9959-2439-E45A-1B8E-139993B0F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921" y="217621"/>
            <a:ext cx="7810959" cy="62204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A9564D-EDD4-8124-2819-B21595322F82}"/>
              </a:ext>
            </a:extLst>
          </p:cNvPr>
          <p:cNvSpPr txBox="1"/>
          <p:nvPr/>
        </p:nvSpPr>
        <p:spPr>
          <a:xfrm>
            <a:off x="786384" y="6438076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A1FB51-6B93-B947-9B3E-8D056BBE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502" y="321537"/>
            <a:ext cx="7373379" cy="584916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494760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125”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41”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Cut a 41” from two separate 10’ boards NOT the same one. Save 79” leftover pieces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57C0F-A295-CAF3-874E-36AFD78C7FFA}"/>
              </a:ext>
            </a:extLst>
          </p:cNvPr>
          <p:cNvSpPr txBox="1"/>
          <p:nvPr/>
        </p:nvSpPr>
        <p:spPr>
          <a:xfrm>
            <a:off x="822960" y="6303200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1" y="419924"/>
            <a:ext cx="2979477" cy="52680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long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(2) 75” leftovers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short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1D87B-8942-E0D3-AC53-E1E39741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099" y="630378"/>
            <a:ext cx="6973273" cy="526806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F1D9AE-4CA5-D525-ABB8-E4C96F89CB38}"/>
              </a:ext>
            </a:extLst>
          </p:cNvPr>
          <p:cNvCxnSpPr>
            <a:cxnSpLocks/>
          </p:cNvCxnSpPr>
          <p:nvPr/>
        </p:nvCxnSpPr>
        <p:spPr>
          <a:xfrm>
            <a:off x="2990088" y="1170016"/>
            <a:ext cx="3105912" cy="2149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F42A1D-CF1B-1C5D-1C67-B7F072824F49}"/>
              </a:ext>
            </a:extLst>
          </p:cNvPr>
          <p:cNvCxnSpPr>
            <a:cxnSpLocks/>
          </p:cNvCxnSpPr>
          <p:nvPr/>
        </p:nvCxnSpPr>
        <p:spPr>
          <a:xfrm>
            <a:off x="2990088" y="1170016"/>
            <a:ext cx="3465576" cy="1070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A11266-8BE1-41ED-61A6-99355663A1D4}"/>
              </a:ext>
            </a:extLst>
          </p:cNvPr>
          <p:cNvCxnSpPr>
            <a:cxnSpLocks/>
          </p:cNvCxnSpPr>
          <p:nvPr/>
        </p:nvCxnSpPr>
        <p:spPr>
          <a:xfrm flipV="1">
            <a:off x="3264408" y="4160520"/>
            <a:ext cx="4626864" cy="1225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BB4F5-FC4B-D54A-5CD2-AB3BF79C4753}"/>
              </a:ext>
            </a:extLst>
          </p:cNvPr>
          <p:cNvCxnSpPr/>
          <p:nvPr/>
        </p:nvCxnSpPr>
        <p:spPr>
          <a:xfrm flipV="1">
            <a:off x="3194578" y="3319272"/>
            <a:ext cx="5547086" cy="2066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F21A34-B49D-3559-1893-7E5058A655A3}"/>
              </a:ext>
            </a:extLst>
          </p:cNvPr>
          <p:cNvSpPr txBox="1"/>
          <p:nvPr/>
        </p:nvSpPr>
        <p:spPr>
          <a:xfrm>
            <a:off x="822960" y="6303200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79” leftovers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403416-353E-EAAD-4A37-C52D6CD2F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885" y="551316"/>
            <a:ext cx="6944694" cy="5334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3DFD9C-932D-4FAC-314A-50C121225FDE}"/>
              </a:ext>
            </a:extLst>
          </p:cNvPr>
          <p:cNvSpPr txBox="1"/>
          <p:nvPr/>
        </p:nvSpPr>
        <p:spPr>
          <a:xfrm>
            <a:off x="822960" y="6303200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295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Front Leg  x2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3</cp:revision>
  <dcterms:created xsi:type="dcterms:W3CDTF">2025-10-06T00:13:52Z</dcterms:created>
  <dcterms:modified xsi:type="dcterms:W3CDTF">2026-10-19T16:31:46Z</dcterms:modified>
</cp:coreProperties>
</file>