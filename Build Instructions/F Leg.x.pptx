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6" r:id="rId4"/>
    <p:sldId id="265" r:id="rId5"/>
    <p:sldId id="264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28611A-38CC-4A9F-9E23-F71604565C0B}" v="13" dt="2025-10-16T16:23:30.5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dan Henderson" userId="1aefba67a2305a7d" providerId="LiveId" clId="{544928A6-073F-4C18-B400-8A94CC0698F1}"/>
    <pc:docChg chg="undo custSel delSld modSld">
      <pc:chgData name="Jordan Henderson" userId="1aefba67a2305a7d" providerId="LiveId" clId="{544928A6-073F-4C18-B400-8A94CC0698F1}" dt="2025-10-16T16:23:30.514" v="616"/>
      <pc:docMkLst>
        <pc:docMk/>
      </pc:docMkLst>
      <pc:sldChg chg="addSp delSp modSp mod">
        <pc:chgData name="Jordan Henderson" userId="1aefba67a2305a7d" providerId="LiveId" clId="{544928A6-073F-4C18-B400-8A94CC0698F1}" dt="2025-10-16T16:23:10.103" v="606"/>
        <pc:sldMkLst>
          <pc:docMk/>
          <pc:sldMk cId="2899849503" sldId="256"/>
        </pc:sldMkLst>
        <pc:spChg chg="mod">
          <ac:chgData name="Jordan Henderson" userId="1aefba67a2305a7d" providerId="LiveId" clId="{544928A6-073F-4C18-B400-8A94CC0698F1}" dt="2025-10-16T16:21:53.400" v="473" actId="1076"/>
          <ac:spMkLst>
            <pc:docMk/>
            <pc:sldMk cId="2899849503" sldId="256"/>
            <ac:spMk id="2" creationId="{691A1A28-2FB3-942A-5986-4A75FAB64C36}"/>
          </ac:spMkLst>
        </pc:spChg>
        <pc:spChg chg="mod">
          <ac:chgData name="Jordan Henderson" userId="1aefba67a2305a7d" providerId="LiveId" clId="{544928A6-073F-4C18-B400-8A94CC0698F1}" dt="2025-10-16T16:21:58.659" v="475" actId="20577"/>
          <ac:spMkLst>
            <pc:docMk/>
            <pc:sldMk cId="2899849503" sldId="256"/>
            <ac:spMk id="3" creationId="{0F1AF516-8A3A-D92F-96AD-D20E35EA0C12}"/>
          </ac:spMkLst>
        </pc:spChg>
        <pc:spChg chg="add mod">
          <ac:chgData name="Jordan Henderson" userId="1aefba67a2305a7d" providerId="LiveId" clId="{544928A6-073F-4C18-B400-8A94CC0698F1}" dt="2025-10-16T16:23:10.103" v="606"/>
          <ac:spMkLst>
            <pc:docMk/>
            <pc:sldMk cId="2899849503" sldId="256"/>
            <ac:spMk id="4" creationId="{B782D93B-E26E-80FD-4F4B-4DDE80FC8813}"/>
          </ac:spMkLst>
        </pc:spChg>
        <pc:picChg chg="add mod">
          <ac:chgData name="Jordan Henderson" userId="1aefba67a2305a7d" providerId="LiveId" clId="{544928A6-073F-4C18-B400-8A94CC0698F1}" dt="2025-10-14T21:09:27.634" v="39" actId="1076"/>
          <ac:picMkLst>
            <pc:docMk/>
            <pc:sldMk cId="2899849503" sldId="256"/>
            <ac:picMk id="10" creationId="{306A9982-838C-6014-8C26-DF3098E28D4B}"/>
          </ac:picMkLst>
        </pc:picChg>
      </pc:sldChg>
      <pc:sldChg chg="delSp del mod">
        <pc:chgData name="Jordan Henderson" userId="1aefba67a2305a7d" providerId="LiveId" clId="{544928A6-073F-4C18-B400-8A94CC0698F1}" dt="2025-10-14T21:15:10.200" v="65" actId="47"/>
        <pc:sldMkLst>
          <pc:docMk/>
          <pc:sldMk cId="2706032840" sldId="257"/>
        </pc:sldMkLst>
      </pc:sldChg>
      <pc:sldChg chg="delSp del mod">
        <pc:chgData name="Jordan Henderson" userId="1aefba67a2305a7d" providerId="LiveId" clId="{544928A6-073F-4C18-B400-8A94CC0698F1}" dt="2025-10-14T21:15:10.200" v="65" actId="47"/>
        <pc:sldMkLst>
          <pc:docMk/>
          <pc:sldMk cId="3926139776" sldId="258"/>
        </pc:sldMkLst>
      </pc:sldChg>
      <pc:sldChg chg="delSp del mod">
        <pc:chgData name="Jordan Henderson" userId="1aefba67a2305a7d" providerId="LiveId" clId="{544928A6-073F-4C18-B400-8A94CC0698F1}" dt="2025-10-14T21:15:10.200" v="65" actId="47"/>
        <pc:sldMkLst>
          <pc:docMk/>
          <pc:sldMk cId="873946216" sldId="259"/>
        </pc:sldMkLst>
      </pc:sldChg>
      <pc:sldChg chg="delSp del mod">
        <pc:chgData name="Jordan Henderson" userId="1aefba67a2305a7d" providerId="LiveId" clId="{544928A6-073F-4C18-B400-8A94CC0698F1}" dt="2025-10-14T21:15:10.200" v="65" actId="47"/>
        <pc:sldMkLst>
          <pc:docMk/>
          <pc:sldMk cId="2373839043" sldId="260"/>
        </pc:sldMkLst>
      </pc:sldChg>
      <pc:sldChg chg="delSp del mod">
        <pc:chgData name="Jordan Henderson" userId="1aefba67a2305a7d" providerId="LiveId" clId="{544928A6-073F-4C18-B400-8A94CC0698F1}" dt="2025-10-14T21:15:10.200" v="65" actId="47"/>
        <pc:sldMkLst>
          <pc:docMk/>
          <pc:sldMk cId="4138172557" sldId="261"/>
        </pc:sldMkLst>
      </pc:sldChg>
      <pc:sldChg chg="delSp del mod">
        <pc:chgData name="Jordan Henderson" userId="1aefba67a2305a7d" providerId="LiveId" clId="{544928A6-073F-4C18-B400-8A94CC0698F1}" dt="2025-10-14T21:15:10.200" v="65" actId="47"/>
        <pc:sldMkLst>
          <pc:docMk/>
          <pc:sldMk cId="155295672" sldId="262"/>
        </pc:sldMkLst>
      </pc:sldChg>
      <pc:sldChg chg="addSp delSp modSp mod">
        <pc:chgData name="Jordan Henderson" userId="1aefba67a2305a7d" providerId="LiveId" clId="{544928A6-073F-4C18-B400-8A94CC0698F1}" dt="2025-10-16T16:23:30.514" v="616"/>
        <pc:sldMkLst>
          <pc:docMk/>
          <pc:sldMk cId="526142843" sldId="263"/>
        </pc:sldMkLst>
        <pc:spChg chg="add mod">
          <ac:chgData name="Jordan Henderson" userId="1aefba67a2305a7d" providerId="LiveId" clId="{544928A6-073F-4C18-B400-8A94CC0698F1}" dt="2025-10-16T16:23:30.514" v="616"/>
          <ac:spMkLst>
            <pc:docMk/>
            <pc:sldMk cId="526142843" sldId="263"/>
            <ac:spMk id="2" creationId="{593DFD9C-932D-4FAC-314A-50C121225FDE}"/>
          </ac:spMkLst>
        </pc:spChg>
        <pc:spChg chg="mod">
          <ac:chgData name="Jordan Henderson" userId="1aefba67a2305a7d" providerId="LiveId" clId="{544928A6-073F-4C18-B400-8A94CC0698F1}" dt="2025-10-16T16:21:40.179" v="472" actId="20577"/>
          <ac:spMkLst>
            <pc:docMk/>
            <pc:sldMk cId="526142843" sldId="263"/>
            <ac:spMk id="4" creationId="{BC37C58B-4537-AFDB-A5E7-BDCB7365A465}"/>
          </ac:spMkLst>
        </pc:spChg>
        <pc:picChg chg="add mod">
          <ac:chgData name="Jordan Henderson" userId="1aefba67a2305a7d" providerId="LiveId" clId="{544928A6-073F-4C18-B400-8A94CC0698F1}" dt="2025-10-14T21:10:18.518" v="52" actId="1076"/>
          <ac:picMkLst>
            <pc:docMk/>
            <pc:sldMk cId="526142843" sldId="263"/>
            <ac:picMk id="9" creationId="{37403416-353E-EAAD-4A37-C52D6CD2FC9B}"/>
          </ac:picMkLst>
        </pc:picChg>
      </pc:sldChg>
      <pc:sldChg chg="addSp delSp modSp mod">
        <pc:chgData name="Jordan Henderson" userId="1aefba67a2305a7d" providerId="LiveId" clId="{544928A6-073F-4C18-B400-8A94CC0698F1}" dt="2025-10-16T16:23:28.970" v="615"/>
        <pc:sldMkLst>
          <pc:docMk/>
          <pc:sldMk cId="1015285371" sldId="264"/>
        </pc:sldMkLst>
        <pc:spChg chg="mod">
          <ac:chgData name="Jordan Henderson" userId="1aefba67a2305a7d" providerId="LiveId" clId="{544928A6-073F-4C18-B400-8A94CC0698F1}" dt="2025-10-16T16:20:12.161" v="444" actId="20577"/>
          <ac:spMkLst>
            <pc:docMk/>
            <pc:sldMk cId="1015285371" sldId="264"/>
            <ac:spMk id="4" creationId="{E34DE991-B7F5-F797-85CE-000A70403FB4}"/>
          </ac:spMkLst>
        </pc:spChg>
        <pc:spChg chg="add del">
          <ac:chgData name="Jordan Henderson" userId="1aefba67a2305a7d" providerId="LiveId" clId="{544928A6-073F-4C18-B400-8A94CC0698F1}" dt="2025-10-16T16:19:56.960" v="432" actId="478"/>
          <ac:spMkLst>
            <pc:docMk/>
            <pc:sldMk cId="1015285371" sldId="264"/>
            <ac:spMk id="19" creationId="{FF741F36-750A-FC7E-E923-E156D175DBA1}"/>
          </ac:spMkLst>
        </pc:spChg>
        <pc:spChg chg="add mod">
          <ac:chgData name="Jordan Henderson" userId="1aefba67a2305a7d" providerId="LiveId" clId="{544928A6-073F-4C18-B400-8A94CC0698F1}" dt="2025-10-16T16:23:28.970" v="615"/>
          <ac:spMkLst>
            <pc:docMk/>
            <pc:sldMk cId="1015285371" sldId="264"/>
            <ac:spMk id="28" creationId="{E4F21A34-B49D-3559-1893-7E5058A655A3}"/>
          </ac:spMkLst>
        </pc:spChg>
        <pc:picChg chg="add mod">
          <ac:chgData name="Jordan Henderson" userId="1aefba67a2305a7d" providerId="LiveId" clId="{544928A6-073F-4C18-B400-8A94CC0698F1}" dt="2025-10-14T21:10:45.889" v="57" actId="1076"/>
          <ac:picMkLst>
            <pc:docMk/>
            <pc:sldMk cId="1015285371" sldId="264"/>
            <ac:picMk id="7" creationId="{0601D87B-8942-E0D3-AC53-E1E397415C19}"/>
          </ac:picMkLst>
        </pc:picChg>
        <pc:cxnChg chg="add mod">
          <ac:chgData name="Jordan Henderson" userId="1aefba67a2305a7d" providerId="LiveId" clId="{544928A6-073F-4C18-B400-8A94CC0698F1}" dt="2025-10-16T16:20:06.754" v="434" actId="14100"/>
          <ac:cxnSpMkLst>
            <pc:docMk/>
            <pc:sldMk cId="1015285371" sldId="264"/>
            <ac:cxnSpMk id="3" creationId="{36F1D9AE-4CA5-D525-ABB8-E4C96F89CB38}"/>
          </ac:cxnSpMkLst>
        </pc:cxnChg>
        <pc:cxnChg chg="add mod">
          <ac:chgData name="Jordan Henderson" userId="1aefba67a2305a7d" providerId="LiveId" clId="{544928A6-073F-4C18-B400-8A94CC0698F1}" dt="2025-10-16T16:18:34.620" v="420" actId="14100"/>
          <ac:cxnSpMkLst>
            <pc:docMk/>
            <pc:sldMk cId="1015285371" sldId="264"/>
            <ac:cxnSpMk id="6" creationId="{16F42A1D-CF1B-1C5D-1C67-B7F072824F49}"/>
          </ac:cxnSpMkLst>
        </pc:cxnChg>
        <pc:cxnChg chg="add mod">
          <ac:chgData name="Jordan Henderson" userId="1aefba67a2305a7d" providerId="LiveId" clId="{544928A6-073F-4C18-B400-8A94CC0698F1}" dt="2025-10-16T16:20:16.885" v="445" actId="14100"/>
          <ac:cxnSpMkLst>
            <pc:docMk/>
            <pc:sldMk cId="1015285371" sldId="264"/>
            <ac:cxnSpMk id="11" creationId="{3AA11266-8BE1-41ED-61A6-99355663A1D4}"/>
          </ac:cxnSpMkLst>
        </pc:cxnChg>
        <pc:cxnChg chg="add del">
          <ac:chgData name="Jordan Henderson" userId="1aefba67a2305a7d" providerId="LiveId" clId="{544928A6-073F-4C18-B400-8A94CC0698F1}" dt="2025-10-16T16:18:53.588" v="424" actId="478"/>
          <ac:cxnSpMkLst>
            <pc:docMk/>
            <pc:sldMk cId="1015285371" sldId="264"/>
            <ac:cxnSpMk id="13" creationId="{9149F001-4CEB-F630-EAD4-B66A8430DD5B}"/>
          </ac:cxnSpMkLst>
        </pc:cxnChg>
        <pc:cxnChg chg="add del mod">
          <ac:chgData name="Jordan Henderson" userId="1aefba67a2305a7d" providerId="LiveId" clId="{544928A6-073F-4C18-B400-8A94CC0698F1}" dt="2025-10-16T16:19:29.609" v="429" actId="478"/>
          <ac:cxnSpMkLst>
            <pc:docMk/>
            <pc:sldMk cId="1015285371" sldId="264"/>
            <ac:cxnSpMk id="15" creationId="{9C608BDC-AC3F-7DE4-8452-7971F7D78C46}"/>
          </ac:cxnSpMkLst>
        </pc:cxnChg>
        <pc:cxnChg chg="add del mod">
          <ac:chgData name="Jordan Henderson" userId="1aefba67a2305a7d" providerId="LiveId" clId="{544928A6-073F-4C18-B400-8A94CC0698F1}" dt="2025-10-16T16:20:00.220" v="433" actId="478"/>
          <ac:cxnSpMkLst>
            <pc:docMk/>
            <pc:sldMk cId="1015285371" sldId="264"/>
            <ac:cxnSpMk id="21" creationId="{0D999DAB-DF58-3379-16C0-47EEADA930D0}"/>
          </ac:cxnSpMkLst>
        </pc:cxnChg>
        <pc:cxnChg chg="add del">
          <ac:chgData name="Jordan Henderson" userId="1aefba67a2305a7d" providerId="LiveId" clId="{544928A6-073F-4C18-B400-8A94CC0698F1}" dt="2025-10-16T16:20:33.363" v="448" actId="478"/>
          <ac:cxnSpMkLst>
            <pc:docMk/>
            <pc:sldMk cId="1015285371" sldId="264"/>
            <ac:cxnSpMk id="25" creationId="{328CAB2F-663B-577D-7083-704BCF0C9D44}"/>
          </ac:cxnSpMkLst>
        </pc:cxnChg>
        <pc:cxnChg chg="add">
          <ac:chgData name="Jordan Henderson" userId="1aefba67a2305a7d" providerId="LiveId" clId="{544928A6-073F-4C18-B400-8A94CC0698F1}" dt="2025-10-16T16:20:30.996" v="447" actId="11529"/>
          <ac:cxnSpMkLst>
            <pc:docMk/>
            <pc:sldMk cId="1015285371" sldId="264"/>
            <ac:cxnSpMk id="27" creationId="{3D1BB4F5-FC4B-D54A-5CD2-AB3BF79C4753}"/>
          </ac:cxnSpMkLst>
        </pc:cxnChg>
      </pc:sldChg>
      <pc:sldChg chg="addSp delSp modSp mod">
        <pc:chgData name="Jordan Henderson" userId="1aefba67a2305a7d" providerId="LiveId" clId="{544928A6-073F-4C18-B400-8A94CC0698F1}" dt="2025-10-16T16:23:26.915" v="614"/>
        <pc:sldMkLst>
          <pc:docMk/>
          <pc:sldMk cId="3240098238" sldId="265"/>
        </pc:sldMkLst>
        <pc:spChg chg="add mod">
          <ac:chgData name="Jordan Henderson" userId="1aefba67a2305a7d" providerId="LiveId" clId="{544928A6-073F-4C18-B400-8A94CC0698F1}" dt="2025-10-16T16:15:31.992" v="354" actId="27636"/>
          <ac:spMkLst>
            <pc:docMk/>
            <pc:sldMk cId="3240098238" sldId="265"/>
            <ac:spMk id="2" creationId="{E2ED38F3-1ECA-E993-0815-D79695E58680}"/>
          </ac:spMkLst>
        </pc:spChg>
        <pc:spChg chg="add mod">
          <ac:chgData name="Jordan Henderson" userId="1aefba67a2305a7d" providerId="LiveId" clId="{544928A6-073F-4C18-B400-8A94CC0698F1}" dt="2025-10-16T16:23:26.915" v="614"/>
          <ac:spMkLst>
            <pc:docMk/>
            <pc:sldMk cId="3240098238" sldId="265"/>
            <ac:spMk id="3" creationId="{A9C57C0F-A295-CAF3-874E-36AFD78C7FFA}"/>
          </ac:spMkLst>
        </pc:spChg>
        <pc:spChg chg="del">
          <ac:chgData name="Jordan Henderson" userId="1aefba67a2305a7d" providerId="LiveId" clId="{544928A6-073F-4C18-B400-8A94CC0698F1}" dt="2025-10-16T14:03:58.222" v="128" actId="478"/>
          <ac:spMkLst>
            <pc:docMk/>
            <pc:sldMk cId="3240098238" sldId="265"/>
            <ac:spMk id="4" creationId="{5F8476C2-E3AE-8076-CBC2-E4138330FA1D}"/>
          </ac:spMkLst>
        </pc:spChg>
        <pc:picChg chg="add mod">
          <ac:chgData name="Jordan Henderson" userId="1aefba67a2305a7d" providerId="LiveId" clId="{544928A6-073F-4C18-B400-8A94CC0698F1}" dt="2025-10-14T21:11:29.542" v="59" actId="1076"/>
          <ac:picMkLst>
            <pc:docMk/>
            <pc:sldMk cId="3240098238" sldId="265"/>
            <ac:picMk id="6" creationId="{33A1FB51-6B93-B947-9B3E-8D056BBECCF1}"/>
          </ac:picMkLst>
        </pc:picChg>
      </pc:sldChg>
      <pc:sldChg chg="addSp delSp modSp mod">
        <pc:chgData name="Jordan Henderson" userId="1aefba67a2305a7d" providerId="LiveId" clId="{544928A6-073F-4C18-B400-8A94CC0698F1}" dt="2025-10-16T16:23:25.700" v="613" actId="1076"/>
        <pc:sldMkLst>
          <pc:docMk/>
          <pc:sldMk cId="222971204" sldId="266"/>
        </pc:sldMkLst>
        <pc:spChg chg="add mod">
          <ac:chgData name="Jordan Henderson" userId="1aefba67a2305a7d" providerId="LiveId" clId="{544928A6-073F-4C18-B400-8A94CC0698F1}" dt="2025-10-16T16:23:25.700" v="613" actId="1076"/>
          <ac:spMkLst>
            <pc:docMk/>
            <pc:sldMk cId="222971204" sldId="266"/>
            <ac:spMk id="2" creationId="{A0A9564D-EDD4-8124-2819-B21595322F82}"/>
          </ac:spMkLst>
        </pc:spChg>
        <pc:spChg chg="mod">
          <ac:chgData name="Jordan Henderson" userId="1aefba67a2305a7d" providerId="LiveId" clId="{544928A6-073F-4C18-B400-8A94CC0698F1}" dt="2025-10-16T16:15:01.434" v="350" actId="20577"/>
          <ac:spMkLst>
            <pc:docMk/>
            <pc:sldMk cId="222971204" sldId="266"/>
            <ac:spMk id="5" creationId="{431EE6A0-89F7-2D68-D66B-6BD0ED1E669B}"/>
          </ac:spMkLst>
        </pc:spChg>
        <pc:picChg chg="add mod">
          <ac:chgData name="Jordan Henderson" userId="1aefba67a2305a7d" providerId="LiveId" clId="{544928A6-073F-4C18-B400-8A94CC0698F1}" dt="2025-10-14T21:14:28.363" v="62" actId="1076"/>
          <ac:picMkLst>
            <pc:docMk/>
            <pc:sldMk cId="222971204" sldId="266"/>
            <ac:picMk id="7" creationId="{D5DE9959-2439-E45A-1B8E-139993B0F35E}"/>
          </ac:picMkLst>
        </pc:picChg>
      </pc:sldChg>
      <pc:sldChg chg="addSp delSp modSp mod">
        <pc:chgData name="Jordan Henderson" userId="1aefba67a2305a7d" providerId="LiveId" clId="{544928A6-073F-4C18-B400-8A94CC0698F1}" dt="2025-10-16T16:23:21.241" v="611"/>
        <pc:sldMkLst>
          <pc:docMk/>
          <pc:sldMk cId="539696802" sldId="267"/>
        </pc:sldMkLst>
        <pc:spChg chg="add del mod">
          <ac:chgData name="Jordan Henderson" userId="1aefba67a2305a7d" providerId="LiveId" clId="{544928A6-073F-4C18-B400-8A94CC0698F1}" dt="2025-10-16T16:23:16.767" v="610" actId="22"/>
          <ac:spMkLst>
            <pc:docMk/>
            <pc:sldMk cId="539696802" sldId="267"/>
            <ac:spMk id="3" creationId="{ADF0AEB1-9E96-5009-E493-D5AA3B45E446}"/>
          </ac:spMkLst>
        </pc:spChg>
        <pc:spChg chg="mod">
          <ac:chgData name="Jordan Henderson" userId="1aefba67a2305a7d" providerId="LiveId" clId="{544928A6-073F-4C18-B400-8A94CC0698F1}" dt="2025-10-16T16:13:11.342" v="285" actId="20577"/>
          <ac:spMkLst>
            <pc:docMk/>
            <pc:sldMk cId="539696802" sldId="267"/>
            <ac:spMk id="4" creationId="{FDC7C5C2-6C56-457D-752C-FA9E5E148B1A}"/>
          </ac:spMkLst>
        </pc:spChg>
        <pc:spChg chg="add mod">
          <ac:chgData name="Jordan Henderson" userId="1aefba67a2305a7d" providerId="LiveId" clId="{544928A6-073F-4C18-B400-8A94CC0698F1}" dt="2025-10-16T16:23:21.241" v="611"/>
          <ac:spMkLst>
            <pc:docMk/>
            <pc:sldMk cId="539696802" sldId="267"/>
            <ac:spMk id="5" creationId="{285518BD-EF87-1E45-59FC-BC3325E82EBC}"/>
          </ac:spMkLst>
        </pc:spChg>
        <pc:picChg chg="add mod">
          <ac:chgData name="Jordan Henderson" userId="1aefba67a2305a7d" providerId="LiveId" clId="{544928A6-073F-4C18-B400-8A94CC0698F1}" dt="2025-10-14T21:15:04.368" v="64" actId="1076"/>
          <ac:picMkLst>
            <pc:docMk/>
            <pc:sldMk cId="539696802" sldId="267"/>
            <ac:picMk id="6" creationId="{EB02CB63-EA51-2739-D07A-4FA64B8A7B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29DC7-5556-C21E-02F3-2371156F6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C8E4EE-316B-18F7-EEE2-AF7FC407C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80CBB-BFC5-7EE7-CD15-B0DB207C3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16BCE-79FE-D610-10E6-3E0D098B1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1389D-B42E-57D1-727D-3E2186A56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00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44DF-86BA-C80E-ACE2-3CEC59850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4DE65-4314-3294-6A47-48822ADDE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3D516-CC44-1A4B-B43A-89B356C52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E19DB-3AFD-DF94-B0B0-86822F771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A9604-76ED-1DAE-DA14-7135B5B9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676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DE032-A9D6-C714-C57D-55572615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CDF6-7B63-A1AD-8ADB-CA0A6EA15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C4545-44C4-007D-D6A1-4C0EDCC33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BA54E-73C2-F9BA-C38E-C1D8F25F7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B7A33-E690-AD19-CE30-73294603F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552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81E7D-887A-E31B-4089-DBC37B834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C3AF7-D0B7-BCD1-A75A-3F8AEC3BBA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B56AD-942D-10E1-15BF-1FB403D7AA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9E82CA-E432-6F66-143E-991C0AA3C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FEF214-A814-CE82-673C-53D43AEA0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4B420-8C72-6EB7-AC12-9D0F470BB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41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DE505-03A1-7646-2956-C96CCDF63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254BC6-456B-91D0-B702-FFE109B868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405B3-56DC-E3DA-C85C-4EFDE51AA0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D1CA98-00E2-C4B8-5A8A-1ECFC4F0CF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484739-FCFD-0C1A-4C45-637650575D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C99051-FEDC-BBA5-7DB5-FEA8259F6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542CAB-4290-1979-7B57-2C83A9725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65D32C-C057-D23D-5080-9918B8FF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403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C474F-F228-0108-7162-E03F24FB5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6C6248-6AB6-BF9B-2F7F-32295C74D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0C2BE1-E4DA-A4DD-1CD0-CB7E14BF0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32C40-9C12-8356-192C-5619B8BC3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90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4B8C5-F5BD-6E51-2B4F-7DC167B17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6F1F0-2EC2-6EFF-B2AB-7B1459E86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C352A-9D37-1D37-046C-55B3A093C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017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81F48-A01C-AAE7-ECE5-1E5C3C16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D815E-2CDD-175E-173C-67F58C60B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3C186-9548-D649-9864-300082081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B7CC3-CB59-1FBB-925E-40DEAAD7C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C7239-6B44-4C72-82B0-EA3B4E1D3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3C87BB-58C7-A210-8912-8A1139698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575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A8BEA-B67F-D3BD-B81F-F79D5F647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EB413A-9502-46DC-E4CA-E22693C249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5ADCDD-AA74-08E9-B95F-F82EB71EEF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B37B0-F8EF-D5F7-1773-AAE04732D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0F79D-8ADB-80A5-9939-121C2D638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D40BA3-1882-809C-B409-8614B1C3E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47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53915-1712-A32F-C22B-CD41E0AB3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6779ED-B2DE-6351-55B3-D2C663171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54535-37C8-84BE-2FD3-2C536F72B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6F983-D7DB-D552-8D02-4F5E82ED7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38C7B-AEA5-99F4-5CCC-64165C82A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531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C0549-4756-B296-493A-2C8C90E3E4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5A0BE-B837-EBCF-728D-E6052CC35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431BE-8428-B086-7910-D86FE73A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6648-2218-DBF8-4042-9667BDEAD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238B5-F450-1236-2436-11F493695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25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52845C-A449-3798-7912-DBE26E80A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C85057-B00E-014C-2BC0-CA212B6CB7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C264B-0066-CC5F-D1BC-EFB2FF3D9E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3FA9A8-6EAC-48D3-B691-FF2EF854CE7B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935F0-E2AC-0E73-9D14-80C4D4292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30AEE-A18B-3B42-86BC-82D4C7441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8F150-BB0B-42FA-937E-AB331172C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107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A1A28-2FB3-942A-5986-4A75FAB64C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39912" y="809488"/>
            <a:ext cx="3212592" cy="1430792"/>
          </a:xfrm>
        </p:spPr>
        <p:txBody>
          <a:bodyPr>
            <a:normAutofit fontScale="90000"/>
          </a:bodyPr>
          <a:lstStyle/>
          <a:p>
            <a:r>
              <a:rPr lang="en-US" dirty="0"/>
              <a:t>Front Leg </a:t>
            </a:r>
            <a:br>
              <a:rPr lang="en-US" dirty="0"/>
            </a:br>
            <a:r>
              <a:rPr lang="en-US" dirty="0"/>
              <a:t>x2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1AF516-8A3A-D92F-96AD-D20E35EA0C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4158" y="2495612"/>
            <a:ext cx="2373086" cy="3245077"/>
          </a:xfrm>
        </p:spPr>
        <p:txBody>
          <a:bodyPr>
            <a:normAutofit/>
          </a:bodyPr>
          <a:lstStyle/>
          <a:p>
            <a:r>
              <a:rPr lang="en-US" dirty="0"/>
              <a:t>3 2x4x8</a:t>
            </a:r>
          </a:p>
          <a:p>
            <a:r>
              <a:rPr lang="en-US" dirty="0"/>
              <a:t>6 2x4x10</a:t>
            </a:r>
          </a:p>
          <a:p>
            <a:r>
              <a:rPr lang="en-US" dirty="0"/>
              <a:t>4 2x4x12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6A9982-838C-6014-8C26-DF3098E28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9" y="554800"/>
            <a:ext cx="6944694" cy="53347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82D93B-E26E-80FD-4F4B-4DDE80FC8813}"/>
              </a:ext>
            </a:extLst>
          </p:cNvPr>
          <p:cNvSpPr txBox="1"/>
          <p:nvPr/>
        </p:nvSpPr>
        <p:spPr>
          <a:xfrm>
            <a:off x="822960" y="6303200"/>
            <a:ext cx="1166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Very important to be using the right pieces and board sizes!!! Please keep track and label boards as you cut!!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849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7121F-B906-6178-DCF2-820578E60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FDC7C5C2-6C56-457D-752C-FA9E5E148B1A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2373086" cy="50299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(2) 2x4x12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10’5”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(2) 2x4x10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3’5”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Cut a 41” from two separate 10’ boards NOT the same one. Save 79” leftover pieces 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02CB63-EA51-2739-D07A-4FA64B8A7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254" y="542522"/>
            <a:ext cx="8554644" cy="57729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5518BD-EF87-1E45-59FC-BC3325E82EBC}"/>
              </a:ext>
            </a:extLst>
          </p:cNvPr>
          <p:cNvSpPr txBox="1"/>
          <p:nvPr/>
        </p:nvSpPr>
        <p:spPr>
          <a:xfrm>
            <a:off x="822960" y="6303200"/>
            <a:ext cx="1166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Very important to be using the right pieces and board sizes!!! Please keep track and label boards as you cut!!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696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BF02B-5083-BA44-CFAB-61E84228D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431EE6A0-89F7-2D68-D66B-6BD0ED1E669B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2373086" cy="5907724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(1) 2x4x8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3’9”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cut 2 45” from one 8’ board</a:t>
            </a:r>
          </a:p>
          <a:p>
            <a:pPr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(2) 2x4x10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3’9”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Cut a 45” from two separate 10’ boards NOT the same one. Save 75” leftover pieces 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DE9959-2439-E45A-1B8E-139993B0F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921" y="217621"/>
            <a:ext cx="7810959" cy="622045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A9564D-EDD4-8124-2819-B21595322F82}"/>
              </a:ext>
            </a:extLst>
          </p:cNvPr>
          <p:cNvSpPr txBox="1"/>
          <p:nvPr/>
        </p:nvSpPr>
        <p:spPr>
          <a:xfrm>
            <a:off x="786384" y="6438076"/>
            <a:ext cx="1166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Very important to be using the right pieces and board sizes!!! Please keep track and label boards as you cut!!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71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C8D19-C780-E24D-E07F-3E93D0B72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A1FB51-6B93-B947-9B3E-8D056BBEC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5502" y="321537"/>
            <a:ext cx="7373379" cy="5849166"/>
          </a:xfrm>
          <a:prstGeom prst="rect">
            <a:avLst/>
          </a:prstGeom>
        </p:spPr>
      </p:pic>
      <p:sp>
        <p:nvSpPr>
          <p:cNvPr id="2" name="Subtitle 2">
            <a:extLst>
              <a:ext uri="{FF2B5EF4-FFF2-40B4-BE49-F238E27FC236}">
                <a16:creationId xmlns:a16="http://schemas.microsoft.com/office/drawing/2014/main" id="{E2ED38F3-1ECA-E993-0815-D79695E58680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2373086" cy="4947604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(2) 2x4x12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10’5”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(2) 2x4x10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</a:t>
            </a:r>
            <a:r>
              <a:rPr lang="en-US" dirty="0">
                <a:sym typeface="Wingdings" panose="05000000000000000000" pitchFamily="2" charset="2"/>
              </a:rPr>
              <a:t>3’5”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Cut a 41” from two separate 10’ boards NOT the same one. Save 79” leftover pieces 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C57C0F-A295-CAF3-874E-36AFD78C7FFA}"/>
              </a:ext>
            </a:extLst>
          </p:cNvPr>
          <p:cNvSpPr txBox="1"/>
          <p:nvPr/>
        </p:nvSpPr>
        <p:spPr>
          <a:xfrm>
            <a:off x="822960" y="6303200"/>
            <a:ext cx="1166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Very important to be using the right pieces and board sizes!!! Please keep track and label boards as you cut!!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098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D4BC-C980-9FA9-3BA8-C4C70E4B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E34DE991-B7F5-F797-85CE-000A70403FB4}"/>
              </a:ext>
            </a:extLst>
          </p:cNvPr>
          <p:cNvSpPr txBox="1">
            <a:spLocks/>
          </p:cNvSpPr>
          <p:nvPr/>
        </p:nvSpPr>
        <p:spPr>
          <a:xfrm>
            <a:off x="215101" y="419924"/>
            <a:ext cx="2979477" cy="526806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(2) 2x4x8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long </a:t>
            </a:r>
            <a:r>
              <a:rPr lang="en-US" dirty="0">
                <a:sym typeface="Wingdings" panose="05000000000000000000" pitchFamily="2" charset="2"/>
              </a:rPr>
              <a:t>slants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(2) 75” leftovers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(2) short </a:t>
            </a:r>
            <a:r>
              <a:rPr lang="en-US" dirty="0">
                <a:sym typeface="Wingdings" panose="05000000000000000000" pitchFamily="2" charset="2"/>
              </a:rPr>
              <a:t>slants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01D87B-8942-E0D3-AC53-E1E397415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099" y="630378"/>
            <a:ext cx="6973273" cy="526806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6F1D9AE-4CA5-D525-ABB8-E4C96F89CB38}"/>
              </a:ext>
            </a:extLst>
          </p:cNvPr>
          <p:cNvCxnSpPr>
            <a:cxnSpLocks/>
          </p:cNvCxnSpPr>
          <p:nvPr/>
        </p:nvCxnSpPr>
        <p:spPr>
          <a:xfrm>
            <a:off x="2990088" y="1170016"/>
            <a:ext cx="3105912" cy="2149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6F42A1D-CF1B-1C5D-1C67-B7F072824F49}"/>
              </a:ext>
            </a:extLst>
          </p:cNvPr>
          <p:cNvCxnSpPr>
            <a:cxnSpLocks/>
          </p:cNvCxnSpPr>
          <p:nvPr/>
        </p:nvCxnSpPr>
        <p:spPr>
          <a:xfrm>
            <a:off x="2990088" y="1170016"/>
            <a:ext cx="3465576" cy="1070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AA11266-8BE1-41ED-61A6-99355663A1D4}"/>
              </a:ext>
            </a:extLst>
          </p:cNvPr>
          <p:cNvCxnSpPr>
            <a:cxnSpLocks/>
          </p:cNvCxnSpPr>
          <p:nvPr/>
        </p:nvCxnSpPr>
        <p:spPr>
          <a:xfrm flipV="1">
            <a:off x="3264408" y="4160520"/>
            <a:ext cx="4626864" cy="12252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D1BB4F5-FC4B-D54A-5CD2-AB3BF79C4753}"/>
              </a:ext>
            </a:extLst>
          </p:cNvPr>
          <p:cNvCxnSpPr/>
          <p:nvPr/>
        </p:nvCxnSpPr>
        <p:spPr>
          <a:xfrm flipV="1">
            <a:off x="3194578" y="3319272"/>
            <a:ext cx="5547086" cy="2066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4F21A34-B49D-3559-1893-7E5058A655A3}"/>
              </a:ext>
            </a:extLst>
          </p:cNvPr>
          <p:cNvSpPr txBox="1"/>
          <p:nvPr/>
        </p:nvSpPr>
        <p:spPr>
          <a:xfrm>
            <a:off x="822960" y="6303200"/>
            <a:ext cx="1166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Very important to be using the right pieces and board sizes!!! Please keep track and label boards as you cut!!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5285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4A1CC-D021-93E5-12EA-3BF6AAA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BC37C58B-4537-AFDB-A5E7-BDCB7365A465}"/>
              </a:ext>
            </a:extLst>
          </p:cNvPr>
          <p:cNvSpPr txBox="1">
            <a:spLocks/>
          </p:cNvSpPr>
          <p:nvPr/>
        </p:nvSpPr>
        <p:spPr>
          <a:xfrm>
            <a:off x="215102" y="419924"/>
            <a:ext cx="3515650" cy="324507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(4) 79” leftovers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(4) </a:t>
            </a:r>
            <a:r>
              <a:rPr lang="en-US" dirty="0">
                <a:sym typeface="Wingdings" panose="05000000000000000000" pitchFamily="2" charset="2"/>
              </a:rPr>
              <a:t>slants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7403416-353E-EAAD-4A37-C52D6CD2F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885" y="551316"/>
            <a:ext cx="6944694" cy="53347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93DFD9C-932D-4FAC-314A-50C121225FDE}"/>
              </a:ext>
            </a:extLst>
          </p:cNvPr>
          <p:cNvSpPr txBox="1"/>
          <p:nvPr/>
        </p:nvSpPr>
        <p:spPr>
          <a:xfrm>
            <a:off x="822960" y="6303200"/>
            <a:ext cx="1166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Very important to be using the right pieces and board sizes!!! Please keep track and label boards as you cut!!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6142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295</Words>
  <Application>Microsoft Office PowerPoint</Application>
  <PresentationFormat>Widescreen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Wingdings</vt:lpstr>
      <vt:lpstr>Office Theme</vt:lpstr>
      <vt:lpstr>Front Leg  x2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Jordan Henderson</dc:creator>
  <cp:lastModifiedBy>Jordan Henderson</cp:lastModifiedBy>
  <cp:revision>3</cp:revision>
  <dcterms:created xsi:type="dcterms:W3CDTF">2025-10-06T00:13:52Z</dcterms:created>
  <dcterms:modified xsi:type="dcterms:W3CDTF">2025-10-16T16:23:34Z</dcterms:modified>
</cp:coreProperties>
</file>