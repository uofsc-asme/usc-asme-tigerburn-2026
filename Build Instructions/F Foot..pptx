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468F77-598C-4B0D-9CC1-0BDA50C9D36B}" v="3" dt="2025-10-27T13:57:52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undo custSel addSld delSld modSld sldOrd">
      <pc:chgData name="Jordan Henderson" userId="1aefba67a2305a7d" providerId="LiveId" clId="{544928A6-073F-4C18-B400-8A94CC0698F1}" dt="2025-10-29T21:28:10.356" v="779" actId="729"/>
      <pc:docMkLst>
        <pc:docMk/>
      </pc:docMkLst>
      <pc:sldChg chg="addSp delSp modSp mod modShow">
        <pc:chgData name="Jordan Henderson" userId="1aefba67a2305a7d" providerId="LiveId" clId="{544928A6-073F-4C18-B400-8A94CC0698F1}" dt="2025-10-27T13:52:52.826" v="469" actId="729"/>
        <pc:sldMkLst>
          <pc:docMk/>
          <pc:sldMk cId="2899849503" sldId="256"/>
        </pc:sldMkLst>
        <pc:spChg chg="mod">
          <ac:chgData name="Jordan Henderson" userId="1aefba67a2305a7d" providerId="LiveId" clId="{544928A6-073F-4C18-B400-8A94CC0698F1}" dt="2025-10-21T17:02:25.601" v="462" actId="1076"/>
          <ac:spMkLst>
            <pc:docMk/>
            <pc:sldMk cId="2899849503" sldId="256"/>
            <ac:spMk id="2" creationId="{691A1A28-2FB3-942A-5986-4A75FAB64C36}"/>
          </ac:spMkLst>
        </pc:spChg>
        <pc:spChg chg="mod">
          <ac:chgData name="Jordan Henderson" userId="1aefba67a2305a7d" providerId="LiveId" clId="{544928A6-073F-4C18-B400-8A94CC0698F1}" dt="2025-10-21T17:02:28.779" v="463" actId="1076"/>
          <ac:spMkLst>
            <pc:docMk/>
            <pc:sldMk cId="2899849503" sldId="256"/>
            <ac:spMk id="3" creationId="{0F1AF516-8A3A-D92F-96AD-D20E35EA0C12}"/>
          </ac:spMkLst>
        </pc:spChg>
        <pc:picChg chg="add mod">
          <ac:chgData name="Jordan Henderson" userId="1aefba67a2305a7d" providerId="LiveId" clId="{544928A6-073F-4C18-B400-8A94CC0698F1}" dt="2025-10-21T04:34:47.668" v="159" actId="1076"/>
          <ac:picMkLst>
            <pc:docMk/>
            <pc:sldMk cId="2899849503" sldId="256"/>
            <ac:picMk id="4" creationId="{670C5FA8-5365-5182-6059-20D1DE2EB8C3}"/>
          </ac:picMkLst>
        </pc:picChg>
      </pc:sldChg>
      <pc:sldChg chg="del ord">
        <pc:chgData name="Jordan Henderson" userId="1aefba67a2305a7d" providerId="LiveId" clId="{544928A6-073F-4C18-B400-8A94CC0698F1}" dt="2025-10-21T17:01:41.868" v="455" actId="47"/>
        <pc:sldMkLst>
          <pc:docMk/>
          <pc:sldMk cId="526142843" sldId="263"/>
        </pc:sldMkLst>
      </pc:sldChg>
      <pc:sldChg chg="addSp delSp modSp del mod ord">
        <pc:chgData name="Jordan Henderson" userId="1aefba67a2305a7d" providerId="LiveId" clId="{544928A6-073F-4C18-B400-8A94CC0698F1}" dt="2025-10-27T13:50:42.038" v="464" actId="47"/>
        <pc:sldMkLst>
          <pc:docMk/>
          <pc:sldMk cId="1015285371" sldId="264"/>
        </pc:sldMkLst>
      </pc:sldChg>
      <pc:sldChg chg="addSp delSp modSp del mod ord">
        <pc:chgData name="Jordan Henderson" userId="1aefba67a2305a7d" providerId="LiveId" clId="{544928A6-073F-4C18-B400-8A94CC0698F1}" dt="2025-10-27T13:50:42.038" v="464" actId="47"/>
        <pc:sldMkLst>
          <pc:docMk/>
          <pc:sldMk cId="3240098238" sldId="265"/>
        </pc:sldMkLst>
      </pc:sldChg>
      <pc:sldChg chg="addSp delSp modSp mod modShow">
        <pc:chgData name="Jordan Henderson" userId="1aefba67a2305a7d" providerId="LiveId" clId="{544928A6-073F-4C18-B400-8A94CC0698F1}" dt="2025-10-29T21:28:10.356" v="779" actId="729"/>
        <pc:sldMkLst>
          <pc:docMk/>
          <pc:sldMk cId="222971204" sldId="266"/>
        </pc:sldMkLst>
        <pc:spChg chg="mod">
          <ac:chgData name="Jordan Henderson" userId="1aefba67a2305a7d" providerId="LiveId" clId="{544928A6-073F-4C18-B400-8A94CC0698F1}" dt="2025-10-17T20:41:04.873" v="78" actId="313"/>
          <ac:spMkLst>
            <pc:docMk/>
            <pc:sldMk cId="222971204" sldId="266"/>
            <ac:spMk id="4" creationId="{2C4E73E2-2D8C-DE62-959D-87400A970384}"/>
          </ac:spMkLst>
        </pc:spChg>
        <pc:spChg chg="add mod">
          <ac:chgData name="Jordan Henderson" userId="1aefba67a2305a7d" providerId="LiveId" clId="{544928A6-073F-4C18-B400-8A94CC0698F1}" dt="2025-10-17T20:39:57.136" v="66" actId="1076"/>
          <ac:spMkLst>
            <pc:docMk/>
            <pc:sldMk cId="222971204" sldId="266"/>
            <ac:spMk id="5" creationId="{146806B4-B19A-36F1-14CB-CDFB9F62DB2F}"/>
          </ac:spMkLst>
        </pc:spChg>
        <pc:picChg chg="add mod">
          <ac:chgData name="Jordan Henderson" userId="1aefba67a2305a7d" providerId="LiveId" clId="{544928A6-073F-4C18-B400-8A94CC0698F1}" dt="2025-10-17T20:40:50.801" v="71" actId="1076"/>
          <ac:picMkLst>
            <pc:docMk/>
            <pc:sldMk cId="222971204" sldId="266"/>
            <ac:picMk id="7" creationId="{A2A61F65-E3BF-D6A8-F80A-D4D95EC4F92F}"/>
          </ac:picMkLst>
        </pc:picChg>
      </pc:sldChg>
      <pc:sldChg chg="addSp delSp modSp mod modShow">
        <pc:chgData name="Jordan Henderson" userId="1aefba67a2305a7d" providerId="LiveId" clId="{544928A6-073F-4C18-B400-8A94CC0698F1}" dt="2025-10-27T13:59:27.736" v="777" actId="313"/>
        <pc:sldMkLst>
          <pc:docMk/>
          <pc:sldMk cId="1378358034" sldId="268"/>
        </pc:sldMkLst>
        <pc:spChg chg="mod">
          <ac:chgData name="Jordan Henderson" userId="1aefba67a2305a7d" providerId="LiveId" clId="{544928A6-073F-4C18-B400-8A94CC0698F1}" dt="2025-10-27T13:59:27.736" v="777" actId="313"/>
          <ac:spMkLst>
            <pc:docMk/>
            <pc:sldMk cId="1378358034" sldId="268"/>
            <ac:spMk id="4" creationId="{11518854-A0F4-742C-E196-774266BF705D}"/>
          </ac:spMkLst>
        </pc:spChg>
        <pc:spChg chg="add mod">
          <ac:chgData name="Jordan Henderson" userId="1aefba67a2305a7d" providerId="LiveId" clId="{544928A6-073F-4C18-B400-8A94CC0698F1}" dt="2025-10-27T13:53:10.288" v="474" actId="1076"/>
          <ac:spMkLst>
            <pc:docMk/>
            <pc:sldMk cId="1378358034" sldId="268"/>
            <ac:spMk id="5" creationId="{4D95120C-4AEE-EC85-E683-9256630502EB}"/>
          </ac:spMkLst>
        </pc:spChg>
        <pc:picChg chg="add mod">
          <ac:chgData name="Jordan Henderson" userId="1aefba67a2305a7d" providerId="LiveId" clId="{544928A6-073F-4C18-B400-8A94CC0698F1}" dt="2025-10-27T13:52:41.735" v="468" actId="1076"/>
          <ac:picMkLst>
            <pc:docMk/>
            <pc:sldMk cId="1378358034" sldId="268"/>
            <ac:picMk id="3" creationId="{CA0F905F-C44A-512F-7040-5080F44A2627}"/>
          </ac:picMkLst>
        </pc:picChg>
      </pc:sldChg>
      <pc:sldChg chg="modSp add del mod">
        <pc:chgData name="Jordan Henderson" userId="1aefba67a2305a7d" providerId="LiveId" clId="{544928A6-073F-4C18-B400-8A94CC0698F1}" dt="2025-10-27T13:50:42.038" v="464" actId="47"/>
        <pc:sldMkLst>
          <pc:docMk/>
          <pc:sldMk cId="3661057794" sldId="269"/>
        </pc:sldMkLst>
      </pc:sldChg>
      <pc:sldChg chg="add mod modShow">
        <pc:chgData name="Jordan Henderson" userId="1aefba67a2305a7d" providerId="LiveId" clId="{544928A6-073F-4C18-B400-8A94CC0698F1}" dt="2025-10-29T21:28:07.316" v="778" actId="729"/>
        <pc:sldMkLst>
          <pc:docMk/>
          <pc:sldMk cId="4292218951" sldId="269"/>
        </pc:sldMkLst>
      </pc:sldChg>
      <pc:sldChg chg="modSp add del mod">
        <pc:chgData name="Jordan Henderson" userId="1aefba67a2305a7d" providerId="LiveId" clId="{544928A6-073F-4C18-B400-8A94CC0698F1}" dt="2025-10-27T13:50:42.038" v="464" actId="47"/>
        <pc:sldMkLst>
          <pc:docMk/>
          <pc:sldMk cId="3370653627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9640" y="727192"/>
            <a:ext cx="3212592" cy="1430792"/>
          </a:xfrm>
        </p:spPr>
        <p:txBody>
          <a:bodyPr>
            <a:normAutofit fontScale="90000"/>
          </a:bodyPr>
          <a:lstStyle/>
          <a:p>
            <a:r>
              <a:rPr lang="en-US" dirty="0"/>
              <a:t>Front Foot </a:t>
            </a:r>
            <a:br>
              <a:rPr lang="en-US" dirty="0"/>
            </a:br>
            <a:r>
              <a:rPr lang="en-US" dirty="0"/>
              <a:t>x2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9393" y="2422460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9 2x4x8</a:t>
            </a:r>
          </a:p>
          <a:p>
            <a:r>
              <a:rPr lang="en-US" dirty="0"/>
              <a:t>2 2x4x10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C5FA8-5365-5182-6059-20D1DE2EB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963" y="1069901"/>
            <a:ext cx="6236020" cy="459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2FE069-010C-F620-FA42-923F6AE9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1518854-A0F4-742C-E196-774266BF705D}"/>
              </a:ext>
            </a:extLst>
          </p:cNvPr>
          <p:cNvSpPr txBox="1">
            <a:spLocks/>
          </p:cNvSpPr>
          <p:nvPr/>
        </p:nvSpPr>
        <p:spPr>
          <a:xfrm>
            <a:off x="397982" y="2212148"/>
            <a:ext cx="5499898" cy="386861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(7)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(8) </a:t>
            </a:r>
            <a:r>
              <a:rPr lang="en-US" dirty="0">
                <a:sym typeface="Wingdings" panose="05000000000000000000" pitchFamily="2" charset="2"/>
              </a:rPr>
              <a:t>48”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2 from each of (4) 8’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41”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2 from (1) 8’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(2) 41”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1 from each of (2) 8’, save extra for: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(2) slants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Use extra length from offcuts from 41”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0F905F-C44A-512F-7040-5080F44A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205" y="694943"/>
            <a:ext cx="4753638" cy="54681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D95120C-4AEE-EC85-E683-9256630502EB}"/>
              </a:ext>
            </a:extLst>
          </p:cNvPr>
          <p:cNvSpPr txBox="1">
            <a:spLocks/>
          </p:cNvSpPr>
          <p:nvPr/>
        </p:nvSpPr>
        <p:spPr>
          <a:xfrm>
            <a:off x="397982" y="346771"/>
            <a:ext cx="3212592" cy="143079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Front Foot </a:t>
            </a:r>
            <a:br>
              <a:rPr lang="en-US" dirty="0"/>
            </a:br>
            <a:r>
              <a:rPr lang="en-US" dirty="0"/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137835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CE971-3B21-1EAA-1787-29526C59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1F4BDF6-38CC-4932-C14F-F00730368FFB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x2 (base and top)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281876-2B12-3E32-2D54-F5491FA12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584" y="555664"/>
            <a:ext cx="9424230" cy="574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1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F02B-5083-BA44-CFAB-61E84228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C4E73E2-2D8C-DE62-959D-87400A97038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(11</a:t>
            </a:r>
            <a:r>
              <a:rPr lang="en-US"/>
              <a:t>) </a:t>
            </a:r>
            <a:r>
              <a:rPr lang="en-US">
                <a:sym typeface="Wingdings" panose="05000000000000000000" pitchFamily="2" charset="2"/>
              </a:rPr>
              <a:t>4’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6806B4-B19A-36F1-14CB-CDFB9F62DB2F}"/>
              </a:ext>
            </a:extLst>
          </p:cNvPr>
          <p:cNvSpPr/>
          <p:nvPr/>
        </p:nvSpPr>
        <p:spPr>
          <a:xfrm rot="20545656">
            <a:off x="4042111" y="4224529"/>
            <a:ext cx="128016" cy="2140396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A61F65-E3BF-D6A8-F80A-D4D95EC4F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273" y="116264"/>
            <a:ext cx="8778911" cy="621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1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87</Words>
  <Application>Microsoft Office PowerPoint</Application>
  <PresentationFormat>Widescreen</PresentationFormat>
  <Paragraphs>19</Paragraphs>
  <Slides>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Front Foot  x2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6</cp:revision>
  <dcterms:created xsi:type="dcterms:W3CDTF">2025-10-06T00:13:52Z</dcterms:created>
  <dcterms:modified xsi:type="dcterms:W3CDTF">2025-10-29T21:28:18Z</dcterms:modified>
</cp:coreProperties>
</file>