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B7D2F-1038-9ED9-D543-A8A3A73D3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25" y="484414"/>
            <a:ext cx="8937495" cy="58891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9686" y="169408"/>
            <a:ext cx="2732314" cy="1430792"/>
          </a:xfrm>
        </p:spPr>
        <p:txBody>
          <a:bodyPr/>
          <a:lstStyle/>
          <a:p>
            <a:r>
              <a:rPr lang="en-US" dirty="0"/>
              <a:t>Base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9686" y="1773236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2 4x4x16</a:t>
            </a:r>
          </a:p>
          <a:p>
            <a:r>
              <a:rPr lang="en-US" dirty="0"/>
              <a:t>17 4x4x8</a:t>
            </a:r>
          </a:p>
          <a:p>
            <a:r>
              <a:rPr lang="en-US" dirty="0"/>
              <a:t>18 2x4x8</a:t>
            </a:r>
          </a:p>
          <a:p>
            <a:r>
              <a:rPr lang="en-US" dirty="0"/>
              <a:t>1 2x4x12</a:t>
            </a:r>
          </a:p>
          <a:p>
            <a:r>
              <a:rPr lang="en-US" dirty="0"/>
              <a:t>2 2x4x16</a:t>
            </a:r>
          </a:p>
        </p:txBody>
      </p:sp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BB5403-B652-DE37-6E28-B288C08F0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29" y="0"/>
            <a:ext cx="9724171" cy="685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7BCA9EE-D6B9-4DD3-49AB-81A8BE957977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4x4x16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16’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(4) 4x4x8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032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D2A68-B55E-3B6E-A2AD-6C36A13EF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301" y="190500"/>
            <a:ext cx="9144479" cy="6477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EF1C470-B295-77B5-A777-ACB03C092B88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(13) 4x4x8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(13) 6</a:t>
            </a:r>
            <a:r>
              <a:rPr lang="en-US" dirty="0">
                <a:sym typeface="Wingdings" panose="05000000000000000000" pitchFamily="2" charset="2"/>
              </a:rPr>
              <a:t>’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AutoNum type="arabicParenBoth"/>
            </a:pPr>
            <a:r>
              <a:rPr lang="en-US" dirty="0">
                <a:sym typeface="Wingdings" panose="05000000000000000000" pitchFamily="2" charset="2"/>
              </a:rPr>
              <a:t>2x4x12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(2) 6’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3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CFE3-FFCF-3631-79E4-A5CE2048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0EF56C-5795-BC2D-BF71-D151812DD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07" y="209100"/>
            <a:ext cx="9412013" cy="6439799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21B7387-C7BE-E166-E517-66EBDEEA3622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2x4x16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16’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(4) 2x4x8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7’5”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94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52CB51-6A03-DD7E-065F-DDE1359C9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437" y="2196009"/>
            <a:ext cx="9326277" cy="380100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BE47217-D2C3-3CFF-5653-60B102EB820F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(6)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(6)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7383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B50E9-3F19-612A-E0D0-EB416C808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3" y="243822"/>
            <a:ext cx="9046559" cy="5961036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E34250-D4CD-5AE4-D0CE-1C7E5800FD53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(8)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(8)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</p:txBody>
      </p:sp>
    </p:spTree>
    <p:extLst>
      <p:ext uri="{BB962C8B-B14F-4D97-AF65-F5344CB8AC3E}">
        <p14:creationId xmlns:p14="http://schemas.microsoft.com/office/powerpoint/2010/main" val="413817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83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Base 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1</cp:revision>
  <dcterms:created xsi:type="dcterms:W3CDTF">2025-10-06T00:13:52Z</dcterms:created>
  <dcterms:modified xsi:type="dcterms:W3CDTF">2025-10-06T00:58:08Z</dcterms:modified>
</cp:coreProperties>
</file>