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6" r:id="rId4"/>
    <p:sldId id="263" r:id="rId5"/>
    <p:sldId id="258" r:id="rId6"/>
    <p:sldId id="259" r:id="rId7"/>
    <p:sldId id="264" r:id="rId8"/>
    <p:sldId id="260"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078465-D2D2-4FC0-B810-E1AEA00D4ECA}" v="1" dt="2026-10-22T16:32:41.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Henderson" userId="1aefba67a2305a7d" providerId="LiveId" clId="{544928A6-073F-4C18-B400-8A94CC0698F1}"/>
    <pc:docChg chg="custSel modSld">
      <pc:chgData name="Jordan Henderson" userId="1aefba67a2305a7d" providerId="LiveId" clId="{544928A6-073F-4C18-B400-8A94CC0698F1}" dt="2026-10-22T16:37:42.828" v="86" actId="20577"/>
      <pc:docMkLst>
        <pc:docMk/>
      </pc:docMkLst>
      <pc:sldChg chg="addSp delSp modSp mod">
        <pc:chgData name="Jordan Henderson" userId="1aefba67a2305a7d" providerId="LiveId" clId="{544928A6-073F-4C18-B400-8A94CC0698F1}" dt="2026-10-22T16:23:10.105" v="11" actId="1076"/>
        <pc:sldMkLst>
          <pc:docMk/>
          <pc:sldMk cId="4291844150" sldId="257"/>
        </pc:sldMkLst>
        <pc:spChg chg="mod">
          <ac:chgData name="Jordan Henderson" userId="1aefba67a2305a7d" providerId="LiveId" clId="{544928A6-073F-4C18-B400-8A94CC0698F1}" dt="2026-10-22T16:18:32.978" v="8" actId="20577"/>
          <ac:spMkLst>
            <pc:docMk/>
            <pc:sldMk cId="4291844150" sldId="257"/>
            <ac:spMk id="2" creationId="{40591D53-D026-2671-8786-455A9441138B}"/>
          </ac:spMkLst>
        </pc:spChg>
        <pc:picChg chg="add mod">
          <ac:chgData name="Jordan Henderson" userId="1aefba67a2305a7d" providerId="LiveId" clId="{544928A6-073F-4C18-B400-8A94CC0698F1}" dt="2026-10-22T16:18:30.927" v="4" actId="14100"/>
          <ac:picMkLst>
            <pc:docMk/>
            <pc:sldMk cId="4291844150" sldId="257"/>
            <ac:picMk id="3" creationId="{0F1A4564-5075-3518-F6EE-1DD157C7E0BD}"/>
          </ac:picMkLst>
        </pc:picChg>
        <pc:picChg chg="del">
          <ac:chgData name="Jordan Henderson" userId="1aefba67a2305a7d" providerId="LiveId" clId="{544928A6-073F-4C18-B400-8A94CC0698F1}" dt="2026-10-22T16:23:06.896" v="10" actId="478"/>
          <ac:picMkLst>
            <pc:docMk/>
            <pc:sldMk cId="4291844150" sldId="257"/>
            <ac:picMk id="5" creationId="{64E1485B-D5D9-019D-C832-A05509B9E2AB}"/>
          </ac:picMkLst>
        </pc:picChg>
        <pc:picChg chg="add mod">
          <ac:chgData name="Jordan Henderson" userId="1aefba67a2305a7d" providerId="LiveId" clId="{544928A6-073F-4C18-B400-8A94CC0698F1}" dt="2026-10-22T16:23:10.105" v="11" actId="1076"/>
          <ac:picMkLst>
            <pc:docMk/>
            <pc:sldMk cId="4291844150" sldId="257"/>
            <ac:picMk id="6" creationId="{98716321-9021-636D-9388-5C9DBE99DAFD}"/>
          </ac:picMkLst>
        </pc:picChg>
        <pc:picChg chg="del">
          <ac:chgData name="Jordan Henderson" userId="1aefba67a2305a7d" providerId="LiveId" clId="{544928A6-073F-4C18-B400-8A94CC0698F1}" dt="2026-10-22T16:18:27.495" v="0" actId="478"/>
          <ac:picMkLst>
            <pc:docMk/>
            <pc:sldMk cId="4291844150" sldId="257"/>
            <ac:picMk id="7" creationId="{10FDA6FC-4CE5-06F3-30FE-D7A00877DBF0}"/>
          </ac:picMkLst>
        </pc:picChg>
      </pc:sldChg>
      <pc:sldChg chg="addSp delSp modSp mod">
        <pc:chgData name="Jordan Henderson" userId="1aefba67a2305a7d" providerId="LiveId" clId="{544928A6-073F-4C18-B400-8A94CC0698F1}" dt="2026-10-22T16:29:55.089" v="51" actId="1076"/>
        <pc:sldMkLst>
          <pc:docMk/>
          <pc:sldMk cId="3760055417" sldId="258"/>
        </pc:sldMkLst>
        <pc:spChg chg="mod">
          <ac:chgData name="Jordan Henderson" userId="1aefba67a2305a7d" providerId="LiveId" clId="{544928A6-073F-4C18-B400-8A94CC0698F1}" dt="2026-10-22T16:29:47.196" v="47" actId="20577"/>
          <ac:spMkLst>
            <pc:docMk/>
            <pc:sldMk cId="3760055417" sldId="258"/>
            <ac:spMk id="4" creationId="{BABB44FF-8C85-6DA6-BA0F-A9C137A6EC94}"/>
          </ac:spMkLst>
        </pc:spChg>
        <pc:picChg chg="del">
          <ac:chgData name="Jordan Henderson" userId="1aefba67a2305a7d" providerId="LiveId" clId="{544928A6-073F-4C18-B400-8A94CC0698F1}" dt="2026-10-22T16:29:51.024" v="48" actId="478"/>
          <ac:picMkLst>
            <pc:docMk/>
            <pc:sldMk cId="3760055417" sldId="258"/>
            <ac:picMk id="5" creationId="{24C73DAB-A6B5-2B4F-1561-EB883CD801B2}"/>
          </ac:picMkLst>
        </pc:picChg>
        <pc:picChg chg="add mod">
          <ac:chgData name="Jordan Henderson" userId="1aefba67a2305a7d" providerId="LiveId" clId="{544928A6-073F-4C18-B400-8A94CC0698F1}" dt="2026-10-22T16:29:55.089" v="51" actId="1076"/>
          <ac:picMkLst>
            <pc:docMk/>
            <pc:sldMk cId="3760055417" sldId="258"/>
            <ac:picMk id="6" creationId="{939460B8-8F3B-EFF3-490D-0658BFD47AEF}"/>
          </ac:picMkLst>
        </pc:picChg>
      </pc:sldChg>
      <pc:sldChg chg="addSp delSp modSp mod">
        <pc:chgData name="Jordan Henderson" userId="1aefba67a2305a7d" providerId="LiveId" clId="{544928A6-073F-4C18-B400-8A94CC0698F1}" dt="2026-10-22T16:29:22.816" v="44" actId="1076"/>
        <pc:sldMkLst>
          <pc:docMk/>
          <pc:sldMk cId="179827137" sldId="259"/>
        </pc:sldMkLst>
        <pc:picChg chg="del">
          <ac:chgData name="Jordan Henderson" userId="1aefba67a2305a7d" providerId="LiveId" clId="{544928A6-073F-4C18-B400-8A94CC0698F1}" dt="2026-10-22T16:29:14.534" v="41" actId="478"/>
          <ac:picMkLst>
            <pc:docMk/>
            <pc:sldMk cId="179827137" sldId="259"/>
            <ac:picMk id="5" creationId="{F0CDBD70-CA70-0723-556C-7C3DDB83F225}"/>
          </ac:picMkLst>
        </pc:picChg>
        <pc:picChg chg="add mod">
          <ac:chgData name="Jordan Henderson" userId="1aefba67a2305a7d" providerId="LiveId" clId="{544928A6-073F-4C18-B400-8A94CC0698F1}" dt="2026-10-22T16:29:22.816" v="44" actId="1076"/>
          <ac:picMkLst>
            <pc:docMk/>
            <pc:sldMk cId="179827137" sldId="259"/>
            <ac:picMk id="6" creationId="{6969A90C-08B4-7B68-F325-7DDA18DA9D6C}"/>
          </ac:picMkLst>
        </pc:picChg>
      </pc:sldChg>
      <pc:sldChg chg="addSp delSp modSp mod">
        <pc:chgData name="Jordan Henderson" userId="1aefba67a2305a7d" providerId="LiveId" clId="{544928A6-073F-4C18-B400-8A94CC0698F1}" dt="2026-10-22T16:27:52.963" v="33" actId="20577"/>
        <pc:sldMkLst>
          <pc:docMk/>
          <pc:sldMk cId="623865389" sldId="260"/>
        </pc:sldMkLst>
        <pc:spChg chg="mod">
          <ac:chgData name="Jordan Henderson" userId="1aefba67a2305a7d" providerId="LiveId" clId="{544928A6-073F-4C18-B400-8A94CC0698F1}" dt="2026-10-22T16:27:52.963" v="33" actId="20577"/>
          <ac:spMkLst>
            <pc:docMk/>
            <pc:sldMk cId="623865389" sldId="260"/>
            <ac:spMk id="4" creationId="{12D01CA3-ECBD-7FBD-1125-A161547BBC7F}"/>
          </ac:spMkLst>
        </pc:spChg>
        <pc:picChg chg="del">
          <ac:chgData name="Jordan Henderson" userId="1aefba67a2305a7d" providerId="LiveId" clId="{544928A6-073F-4C18-B400-8A94CC0698F1}" dt="2026-10-22T16:26:15.427" v="18" actId="478"/>
          <ac:picMkLst>
            <pc:docMk/>
            <pc:sldMk cId="623865389" sldId="260"/>
            <ac:picMk id="3" creationId="{7D1848B4-E36B-ACA7-4256-4BA16856F51C}"/>
          </ac:picMkLst>
        </pc:picChg>
        <pc:picChg chg="add del mod">
          <ac:chgData name="Jordan Henderson" userId="1aefba67a2305a7d" providerId="LiveId" clId="{544928A6-073F-4C18-B400-8A94CC0698F1}" dt="2026-10-22T16:27:41.521" v="25" actId="478"/>
          <ac:picMkLst>
            <pc:docMk/>
            <pc:sldMk cId="623865389" sldId="260"/>
            <ac:picMk id="6" creationId="{17ECCD1E-3BF4-3EA8-D87C-A0C326C0310C}"/>
          </ac:picMkLst>
        </pc:picChg>
        <pc:picChg chg="add mod">
          <ac:chgData name="Jordan Henderson" userId="1aefba67a2305a7d" providerId="LiveId" clId="{544928A6-073F-4C18-B400-8A94CC0698F1}" dt="2026-10-22T16:27:47.463" v="27" actId="1076"/>
          <ac:picMkLst>
            <pc:docMk/>
            <pc:sldMk cId="623865389" sldId="260"/>
            <ac:picMk id="8" creationId="{BF933F78-E9D6-2A34-437C-4AEA8DDC0574}"/>
          </ac:picMkLst>
        </pc:picChg>
      </pc:sldChg>
      <pc:sldChg chg="addSp delSp modSp mod">
        <pc:chgData name="Jordan Henderson" userId="1aefba67a2305a7d" providerId="LiveId" clId="{544928A6-073F-4C18-B400-8A94CC0698F1}" dt="2026-10-22T16:37:42.828" v="86" actId="20577"/>
        <pc:sldMkLst>
          <pc:docMk/>
          <pc:sldMk cId="1027062173" sldId="261"/>
        </pc:sldMkLst>
        <pc:spChg chg="mod">
          <ac:chgData name="Jordan Henderson" userId="1aefba67a2305a7d" providerId="LiveId" clId="{544928A6-073F-4C18-B400-8A94CC0698F1}" dt="2026-10-22T16:26:34.276" v="23" actId="20577"/>
          <ac:spMkLst>
            <pc:docMk/>
            <pc:sldMk cId="1027062173" sldId="261"/>
            <ac:spMk id="2" creationId="{C60DD197-EF09-4D8C-DDB7-C5AE43099B5B}"/>
          </ac:spMkLst>
        </pc:spChg>
        <pc:spChg chg="mod">
          <ac:chgData name="Jordan Henderson" userId="1aefba67a2305a7d" providerId="LiveId" clId="{544928A6-073F-4C18-B400-8A94CC0698F1}" dt="2026-10-22T16:37:42.828" v="86" actId="20577"/>
          <ac:spMkLst>
            <pc:docMk/>
            <pc:sldMk cId="1027062173" sldId="261"/>
            <ac:spMk id="4" creationId="{4841CA36-EC8F-3A86-E70C-410FDF62CAA2}"/>
          </ac:spMkLst>
        </pc:spChg>
        <pc:picChg chg="add">
          <ac:chgData name="Jordan Henderson" userId="1aefba67a2305a7d" providerId="LiveId" clId="{544928A6-073F-4C18-B400-8A94CC0698F1}" dt="2026-10-22T16:26:28.579" v="22" actId="22"/>
          <ac:picMkLst>
            <pc:docMk/>
            <pc:sldMk cId="1027062173" sldId="261"/>
            <ac:picMk id="5" creationId="{6A8177A7-DA2F-182A-F404-4EBB8A994772}"/>
          </ac:picMkLst>
        </pc:picChg>
        <pc:picChg chg="del">
          <ac:chgData name="Jordan Henderson" userId="1aefba67a2305a7d" providerId="LiveId" clId="{544928A6-073F-4C18-B400-8A94CC0698F1}" dt="2026-10-22T16:26:28.051" v="21" actId="478"/>
          <ac:picMkLst>
            <pc:docMk/>
            <pc:sldMk cId="1027062173" sldId="261"/>
            <ac:picMk id="6" creationId="{26C350EC-3AF9-407B-B7C6-D947CF5EFD02}"/>
          </ac:picMkLst>
        </pc:picChg>
      </pc:sldChg>
      <pc:sldChg chg="addSp delSp modSp mod">
        <pc:chgData name="Jordan Henderson" userId="1aefba67a2305a7d" providerId="LiveId" clId="{544928A6-073F-4C18-B400-8A94CC0698F1}" dt="2026-10-22T16:31:41.344" v="56" actId="1076"/>
        <pc:sldMkLst>
          <pc:docMk/>
          <pc:sldMk cId="3085882925" sldId="263"/>
        </pc:sldMkLst>
        <pc:picChg chg="del">
          <ac:chgData name="Jordan Henderson" userId="1aefba67a2305a7d" providerId="LiveId" clId="{544928A6-073F-4C18-B400-8A94CC0698F1}" dt="2026-10-22T16:30:04.891" v="52" actId="478"/>
          <ac:picMkLst>
            <pc:docMk/>
            <pc:sldMk cId="3085882925" sldId="263"/>
            <ac:picMk id="5" creationId="{9A71493E-8824-57B9-9DBE-E5665C4EDA67}"/>
          </ac:picMkLst>
        </pc:picChg>
        <pc:picChg chg="add mod">
          <ac:chgData name="Jordan Henderson" userId="1aefba67a2305a7d" providerId="LiveId" clId="{544928A6-073F-4C18-B400-8A94CC0698F1}" dt="2026-10-22T16:31:41.344" v="56" actId="1076"/>
          <ac:picMkLst>
            <pc:docMk/>
            <pc:sldMk cId="3085882925" sldId="263"/>
            <ac:picMk id="13" creationId="{506E3D37-BD3C-51C7-0DF0-7D3072907386}"/>
          </ac:picMkLst>
        </pc:picChg>
        <pc:inkChg chg="del">
          <ac:chgData name="Jordan Henderson" userId="1aefba67a2305a7d" providerId="LiveId" clId="{544928A6-073F-4C18-B400-8A94CC0698F1}" dt="2026-10-22T16:30:07.176" v="53" actId="478"/>
          <ac:inkMkLst>
            <pc:docMk/>
            <pc:sldMk cId="3085882925" sldId="263"/>
            <ac:inkMk id="3" creationId="{3ABBFABA-C861-41D6-C7C4-B637F665D5FB}"/>
          </ac:inkMkLst>
        </pc:inkChg>
        <pc:inkChg chg="del">
          <ac:chgData name="Jordan Henderson" userId="1aefba67a2305a7d" providerId="LiveId" clId="{544928A6-073F-4C18-B400-8A94CC0698F1}" dt="2026-10-22T16:30:07.176" v="53" actId="478"/>
          <ac:inkMkLst>
            <pc:docMk/>
            <pc:sldMk cId="3085882925" sldId="263"/>
            <ac:inkMk id="6" creationId="{33DDFAC1-CB6A-AE76-7691-234D484E6783}"/>
          </ac:inkMkLst>
        </pc:inkChg>
        <pc:inkChg chg="del">
          <ac:chgData name="Jordan Henderson" userId="1aefba67a2305a7d" providerId="LiveId" clId="{544928A6-073F-4C18-B400-8A94CC0698F1}" dt="2026-10-22T16:30:07.176" v="53" actId="478"/>
          <ac:inkMkLst>
            <pc:docMk/>
            <pc:sldMk cId="3085882925" sldId="263"/>
            <ac:inkMk id="7" creationId="{9D695032-3323-EEB6-E238-D2A49A15ED97}"/>
          </ac:inkMkLst>
        </pc:inkChg>
        <pc:inkChg chg="del">
          <ac:chgData name="Jordan Henderson" userId="1aefba67a2305a7d" providerId="LiveId" clId="{544928A6-073F-4C18-B400-8A94CC0698F1}" dt="2026-10-22T16:30:07.176" v="53" actId="478"/>
          <ac:inkMkLst>
            <pc:docMk/>
            <pc:sldMk cId="3085882925" sldId="263"/>
            <ac:inkMk id="8" creationId="{EF23DFE5-E64F-0151-9DFD-C22C146F37C9}"/>
          </ac:inkMkLst>
        </pc:inkChg>
        <pc:inkChg chg="del">
          <ac:chgData name="Jordan Henderson" userId="1aefba67a2305a7d" providerId="LiveId" clId="{544928A6-073F-4C18-B400-8A94CC0698F1}" dt="2026-10-22T16:30:07.176" v="53" actId="478"/>
          <ac:inkMkLst>
            <pc:docMk/>
            <pc:sldMk cId="3085882925" sldId="263"/>
            <ac:inkMk id="9" creationId="{4A5A9990-F588-C4EF-7D1F-B976EB50A9C4}"/>
          </ac:inkMkLst>
        </pc:inkChg>
        <pc:inkChg chg="del">
          <ac:chgData name="Jordan Henderson" userId="1aefba67a2305a7d" providerId="LiveId" clId="{544928A6-073F-4C18-B400-8A94CC0698F1}" dt="2026-10-22T16:30:07.176" v="53" actId="478"/>
          <ac:inkMkLst>
            <pc:docMk/>
            <pc:sldMk cId="3085882925" sldId="263"/>
            <ac:inkMk id="10" creationId="{3BB49C48-8A9A-B618-18C6-B0842D677E60}"/>
          </ac:inkMkLst>
        </pc:inkChg>
        <pc:inkChg chg="del">
          <ac:chgData name="Jordan Henderson" userId="1aefba67a2305a7d" providerId="LiveId" clId="{544928A6-073F-4C18-B400-8A94CC0698F1}" dt="2026-10-22T16:30:07.176" v="53" actId="478"/>
          <ac:inkMkLst>
            <pc:docMk/>
            <pc:sldMk cId="3085882925" sldId="263"/>
            <ac:inkMk id="11" creationId="{91B96255-CF4C-AAC0-549F-0F51DB4A59B0}"/>
          </ac:inkMkLst>
        </pc:inkChg>
      </pc:sldChg>
      <pc:sldChg chg="addSp delSp modSp mod">
        <pc:chgData name="Jordan Henderson" userId="1aefba67a2305a7d" providerId="LiveId" clId="{544928A6-073F-4C18-B400-8A94CC0698F1}" dt="2026-10-22T16:28:39.423" v="40" actId="20577"/>
        <pc:sldMkLst>
          <pc:docMk/>
          <pc:sldMk cId="2213742542" sldId="264"/>
        </pc:sldMkLst>
        <pc:spChg chg="mod">
          <ac:chgData name="Jordan Henderson" userId="1aefba67a2305a7d" providerId="LiveId" clId="{544928A6-073F-4C18-B400-8A94CC0698F1}" dt="2026-10-22T16:28:39.423" v="40" actId="20577"/>
          <ac:spMkLst>
            <pc:docMk/>
            <pc:sldMk cId="2213742542" sldId="264"/>
            <ac:spMk id="4" creationId="{D293ADF8-4EDA-4232-D0FC-212D64A48B9A}"/>
          </ac:spMkLst>
        </pc:spChg>
        <pc:picChg chg="add mod">
          <ac:chgData name="Jordan Henderson" userId="1aefba67a2305a7d" providerId="LiveId" clId="{544928A6-073F-4C18-B400-8A94CC0698F1}" dt="2026-10-22T16:28:30.813" v="38" actId="1076"/>
          <ac:picMkLst>
            <pc:docMk/>
            <pc:sldMk cId="2213742542" sldId="264"/>
            <ac:picMk id="5" creationId="{25A15954-6244-32F5-8E02-37964B51E955}"/>
          </ac:picMkLst>
        </pc:picChg>
        <pc:picChg chg="del">
          <ac:chgData name="Jordan Henderson" userId="1aefba67a2305a7d" providerId="LiveId" clId="{544928A6-073F-4C18-B400-8A94CC0698F1}" dt="2026-10-22T16:28:07.362" v="34" actId="478"/>
          <ac:picMkLst>
            <pc:docMk/>
            <pc:sldMk cId="2213742542" sldId="264"/>
            <ac:picMk id="10" creationId="{42C07E15-91F1-C7A9-D60A-7E883EC2D7CA}"/>
          </ac:picMkLst>
        </pc:picChg>
      </pc:sldChg>
      <pc:sldChg chg="addSp delSp modSp mod">
        <pc:chgData name="Jordan Henderson" userId="1aefba67a2305a7d" providerId="LiveId" clId="{544928A6-073F-4C18-B400-8A94CC0698F1}" dt="2026-10-22T16:24:58.710" v="17" actId="1076"/>
        <pc:sldMkLst>
          <pc:docMk/>
          <pc:sldMk cId="3021899099" sldId="265"/>
        </pc:sldMkLst>
        <pc:picChg chg="add del mod">
          <ac:chgData name="Jordan Henderson" userId="1aefba67a2305a7d" providerId="LiveId" clId="{544928A6-073F-4C18-B400-8A94CC0698F1}" dt="2026-10-22T16:24:56.625" v="15" actId="478"/>
          <ac:picMkLst>
            <pc:docMk/>
            <pc:sldMk cId="3021899099" sldId="265"/>
            <ac:picMk id="5" creationId="{BAAFDD35-2F33-EC27-DF48-68E14E3DCEE7}"/>
          </ac:picMkLst>
        </pc:picChg>
        <pc:picChg chg="add mod">
          <ac:chgData name="Jordan Henderson" userId="1aefba67a2305a7d" providerId="LiveId" clId="{544928A6-073F-4C18-B400-8A94CC0698F1}" dt="2026-10-22T16:24:58.710" v="17" actId="1076"/>
          <ac:picMkLst>
            <pc:docMk/>
            <pc:sldMk cId="3021899099" sldId="265"/>
            <ac:picMk id="7" creationId="{3672178C-2981-114C-21DB-D606CFFF642A}"/>
          </ac:picMkLst>
        </pc:picChg>
        <pc:picChg chg="del">
          <ac:chgData name="Jordan Henderson" userId="1aefba67a2305a7d" providerId="LiveId" clId="{544928A6-073F-4C18-B400-8A94CC0698F1}" dt="2026-10-22T16:23:18.375" v="12" actId="478"/>
          <ac:picMkLst>
            <pc:docMk/>
            <pc:sldMk cId="3021899099" sldId="265"/>
            <ac:picMk id="8" creationId="{064DD5B0-A316-444F-5573-585305834AA0}"/>
          </ac:picMkLst>
        </pc:picChg>
      </pc:sldChg>
      <pc:sldChg chg="modSp mod">
        <pc:chgData name="Jordan Henderson" userId="1aefba67a2305a7d" providerId="LiveId" clId="{544928A6-073F-4C18-B400-8A94CC0698F1}" dt="2026-10-22T16:35:16.752" v="81" actId="20577"/>
        <pc:sldMkLst>
          <pc:docMk/>
          <pc:sldMk cId="2996161859" sldId="266"/>
        </pc:sldMkLst>
        <pc:spChg chg="mod">
          <ac:chgData name="Jordan Henderson" userId="1aefba67a2305a7d" providerId="LiveId" clId="{544928A6-073F-4C18-B400-8A94CC0698F1}" dt="2026-10-22T16:35:16.752" v="81" actId="20577"/>
          <ac:spMkLst>
            <pc:docMk/>
            <pc:sldMk cId="2996161859" sldId="266"/>
            <ac:spMk id="3" creationId="{D4978025-A607-DBBA-29C8-4E942CDFC9F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529E-1916-90B0-AFBD-AB43798470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4BD787-5F39-4264-F6B6-DCECC8140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800BAE-EB28-D93A-5D01-58EA0B1E3D73}"/>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296E55C-91D2-391A-AF2B-A16BFF202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EC28A-F2BF-CEC4-6B7D-23A41BB97988}"/>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04758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30E1-6D75-AE41-B8C8-9FE26F6D2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CB66AE-5A67-95F1-99D8-FB1AE1F26C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0E5244-750F-7F59-2A99-0240DB598754}"/>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548D4E1-845B-DF0D-E1D7-EF43CDE46A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F821E-6143-B1D4-2E93-5FB10D0FB91F}"/>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759444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DC23-EEF7-19FB-EA03-DFC1E4A7D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479C80-868E-C380-39C8-6A2E19ECF1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F5196C-46B3-19EF-30A7-14814E656CD8}"/>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A4D53D9A-BBAE-F9DE-8696-C8FE4293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2CB99F-5440-8852-B86C-6CC43FB03723}"/>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66441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D3A5-CFFF-7F26-EA10-B7E5B9CD32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42088A-77E0-E97F-A183-38414647B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7A0816-D405-89BF-C463-065273230B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746621-FAAE-3365-A589-0A06C7835AE2}"/>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8FBB6329-587E-EA2B-04C4-ACCFE5C821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537F8-2135-0A0D-8D92-155E54CD6C40}"/>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8623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6315-464F-1A58-B2B6-05120E429A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5D707-DB9C-4658-13DA-D207F4446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8A5044-D536-645D-ABF4-A82BA9518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883BAC-A4D8-3FAF-86C7-3B81D710F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CA91B1-61C8-F9AF-C9F4-695177C4D6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A003AC-08EF-C675-FBAA-79F653FC4AD8}"/>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8" name="Footer Placeholder 7">
            <a:extLst>
              <a:ext uri="{FF2B5EF4-FFF2-40B4-BE49-F238E27FC236}">
                <a16:creationId xmlns:a16="http://schemas.microsoft.com/office/drawing/2014/main" id="{9C03711F-0B5C-0EC0-F5AD-C89CD68075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4C622F-E040-A153-F513-27F87B81566A}"/>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177791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D9C0-C7E1-F693-73BF-4B52AC29C8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4B3C10-7E1C-C78D-BF1A-0C9A4882BA8B}"/>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4" name="Footer Placeholder 3">
            <a:extLst>
              <a:ext uri="{FF2B5EF4-FFF2-40B4-BE49-F238E27FC236}">
                <a16:creationId xmlns:a16="http://schemas.microsoft.com/office/drawing/2014/main" id="{96ED0285-6F6B-B199-ABA3-E16A922440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9C1F0F-52D9-35B3-3E53-EC7F9A5B15CC}"/>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230521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BBE461-5D7A-DB68-A6E2-FB7725BF0A90}"/>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3" name="Footer Placeholder 2">
            <a:extLst>
              <a:ext uri="{FF2B5EF4-FFF2-40B4-BE49-F238E27FC236}">
                <a16:creationId xmlns:a16="http://schemas.microsoft.com/office/drawing/2014/main" id="{327372EF-2764-40A2-A4F5-8675C28F69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7D1542-8DA3-341A-3799-35F207AD46CE}"/>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754834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3207-D0A4-3EE4-75D0-EFA391452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7795AD-87C5-463C-2A1A-5881FD3603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D50D53-9209-F2BF-34EC-591B5AB09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F60128-7576-279A-90B7-AC952B5EC7AE}"/>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C3885EE8-E2C7-1579-2B53-7629D0E58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4B57D7-54D1-5C86-CDD0-09B8885B9AAB}"/>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238357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77BA-392D-0FA0-DCB6-E3CDF31558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FDF4A8-1FB9-5D6E-4535-37F080D13DC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27AA24-9E7F-5600-B480-3C1BC8EF9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2F13D-283A-42F5-703B-7DC271EB41CF}"/>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729944BA-E19F-F1A1-34FE-1A723E6A13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493F1-80E0-3281-E4CA-2C4B72225FDD}"/>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88173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1C699-78EE-5562-272C-FF72B433FF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957C56-94E6-E71E-0241-F576C64D16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DEF3C-0ABC-513C-2462-8C03F10D3C64}"/>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8E094F9-8AE6-0BAF-8A55-D996B0789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39CAE-0C9B-1B3F-C203-038869689E4A}"/>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245936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85CD7-0B76-B951-8E54-F538A1252A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6931E5-70F7-DBB5-1703-AD42B9B686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BAF022-BE7F-0167-4004-197BB65DF6AE}"/>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D55936B1-F664-5114-6929-F3783EC42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7B04-F6FA-9987-1C53-4ECC4DBBB129}"/>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4208784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6E98A9-7425-2D34-0E99-A07C3DC32A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DBC76E-3EF8-3478-6FEC-18EAFED0C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920DA-75A0-6B8B-BA74-DAA521E27D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6582D554-B846-C946-FCEC-3ECCF8AD05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68CE91-F92E-DA68-D074-CE59CC80F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0D54C3-CE56-40D6-BBD2-E508990522D8}" type="slidenum">
              <a:rPr lang="en-US" smtClean="0"/>
              <a:t>‹#›</a:t>
            </a:fld>
            <a:endParaRPr lang="en-US"/>
          </a:p>
        </p:txBody>
      </p:sp>
    </p:spTree>
    <p:extLst>
      <p:ext uri="{BB962C8B-B14F-4D97-AF65-F5344CB8AC3E}">
        <p14:creationId xmlns:p14="http://schemas.microsoft.com/office/powerpoint/2010/main" val="2941407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1D53-D026-2671-8786-455A9441138B}"/>
              </a:ext>
            </a:extLst>
          </p:cNvPr>
          <p:cNvSpPr>
            <a:spLocks noGrp="1"/>
          </p:cNvSpPr>
          <p:nvPr>
            <p:ph type="title"/>
          </p:nvPr>
        </p:nvSpPr>
        <p:spPr/>
        <p:txBody>
          <a:bodyPr/>
          <a:lstStyle/>
          <a:p>
            <a:r>
              <a:rPr lang="en-US" dirty="0"/>
              <a:t>Back Foot Instructions (x2)</a:t>
            </a:r>
          </a:p>
        </p:txBody>
      </p:sp>
      <p:pic>
        <p:nvPicPr>
          <p:cNvPr id="3" name="Picture 2" descr="A blue smiley face with two thumbs up&#10;&#10;AI-generated content may be incorrect.">
            <a:extLst>
              <a:ext uri="{FF2B5EF4-FFF2-40B4-BE49-F238E27FC236}">
                <a16:creationId xmlns:a16="http://schemas.microsoft.com/office/drawing/2014/main" id="{0F1A4564-5075-3518-F6EE-1DD157C7E0BD}"/>
              </a:ext>
            </a:extLst>
          </p:cNvPr>
          <p:cNvPicPr>
            <a:picLocks noChangeAspect="1"/>
          </p:cNvPicPr>
          <p:nvPr/>
        </p:nvPicPr>
        <p:blipFill>
          <a:blip r:embed="rId2"/>
          <a:stretch>
            <a:fillRect/>
          </a:stretch>
        </p:blipFill>
        <p:spPr>
          <a:xfrm>
            <a:off x="678941" y="3191256"/>
            <a:ext cx="2866073" cy="2697480"/>
          </a:xfrm>
          <a:prstGeom prst="rect">
            <a:avLst/>
          </a:prstGeom>
        </p:spPr>
      </p:pic>
      <p:pic>
        <p:nvPicPr>
          <p:cNvPr id="6" name="Picture 5">
            <a:extLst>
              <a:ext uri="{FF2B5EF4-FFF2-40B4-BE49-F238E27FC236}">
                <a16:creationId xmlns:a16="http://schemas.microsoft.com/office/drawing/2014/main" id="{98716321-9021-636D-9388-5C9DBE99DAFD}"/>
              </a:ext>
            </a:extLst>
          </p:cNvPr>
          <p:cNvPicPr>
            <a:picLocks noChangeAspect="1"/>
          </p:cNvPicPr>
          <p:nvPr/>
        </p:nvPicPr>
        <p:blipFill>
          <a:blip r:embed="rId3"/>
          <a:stretch>
            <a:fillRect/>
          </a:stretch>
        </p:blipFill>
        <p:spPr>
          <a:xfrm>
            <a:off x="5429446" y="790832"/>
            <a:ext cx="6083613" cy="4800847"/>
          </a:xfrm>
          <a:prstGeom prst="rect">
            <a:avLst/>
          </a:prstGeom>
        </p:spPr>
      </p:pic>
    </p:spTree>
    <p:extLst>
      <p:ext uri="{BB962C8B-B14F-4D97-AF65-F5344CB8AC3E}">
        <p14:creationId xmlns:p14="http://schemas.microsoft.com/office/powerpoint/2010/main" val="4291844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EDEA2-DA6F-1BCD-318C-AB3BFEBEDF6B}"/>
              </a:ext>
            </a:extLst>
          </p:cNvPr>
          <p:cNvSpPr>
            <a:spLocks noGrp="1"/>
          </p:cNvSpPr>
          <p:nvPr>
            <p:ph type="title"/>
          </p:nvPr>
        </p:nvSpPr>
        <p:spPr/>
        <p:txBody>
          <a:bodyPr/>
          <a:lstStyle/>
          <a:p>
            <a:r>
              <a:rPr lang="en-US"/>
              <a:t>Example Instructions</a:t>
            </a:r>
          </a:p>
        </p:txBody>
      </p:sp>
      <p:sp>
        <p:nvSpPr>
          <p:cNvPr id="4" name="Text Placeholder 3">
            <a:extLst>
              <a:ext uri="{FF2B5EF4-FFF2-40B4-BE49-F238E27FC236}">
                <a16:creationId xmlns:a16="http://schemas.microsoft.com/office/drawing/2014/main" id="{D5A081A2-B3E9-5751-C8C6-B94CB3CA226E}"/>
              </a:ext>
            </a:extLst>
          </p:cNvPr>
          <p:cNvSpPr>
            <a:spLocks noGrp="1"/>
          </p:cNvSpPr>
          <p:nvPr>
            <p:ph type="body" sz="half" idx="2"/>
          </p:nvPr>
        </p:nvSpPr>
        <p:spPr/>
        <p:txBody>
          <a:bodyPr vert="horz" lIns="91440" tIns="45720" rIns="91440" bIns="45720" rtlCol="0" anchor="t">
            <a:normAutofit lnSpcReduction="10000"/>
          </a:bodyPr>
          <a:lstStyle/>
          <a:p>
            <a:r>
              <a:rPr lang="en-US" sz="2400" dirty="0"/>
              <a:t>(2) 2x4x96 (8') (GRAY)</a:t>
            </a:r>
          </a:p>
          <a:p>
            <a:r>
              <a:rPr lang="en-US" sz="2400" dirty="0"/>
              <a:t>(2) 2x4x96 (3'5'') (BLUE)</a:t>
            </a:r>
          </a:p>
          <a:p>
            <a:r>
              <a:rPr lang="en-US" sz="2400" dirty="0"/>
              <a:t>First number in parentheses tells you how many board you need to cut, the 2x4xVV value is the length of board, the next value is the length of the cut, and the final part is the color it is in the image. Additional instructions will be provided throughout.</a:t>
            </a:r>
          </a:p>
        </p:txBody>
      </p:sp>
      <p:pic>
        <p:nvPicPr>
          <p:cNvPr id="5" name="Picture 4">
            <a:extLst>
              <a:ext uri="{FF2B5EF4-FFF2-40B4-BE49-F238E27FC236}">
                <a16:creationId xmlns:a16="http://schemas.microsoft.com/office/drawing/2014/main" id="{02B0A9B0-208E-1BC1-2500-64C8969FFA3C}"/>
              </a:ext>
            </a:extLst>
          </p:cNvPr>
          <p:cNvPicPr>
            <a:picLocks noChangeAspect="1"/>
          </p:cNvPicPr>
          <p:nvPr/>
        </p:nvPicPr>
        <p:blipFill>
          <a:blip r:embed="rId2"/>
          <a:stretch>
            <a:fillRect/>
          </a:stretch>
        </p:blipFill>
        <p:spPr>
          <a:xfrm>
            <a:off x="5170033" y="1277484"/>
            <a:ext cx="6859361" cy="4303033"/>
          </a:xfrm>
          <a:prstGeom prst="rect">
            <a:avLst/>
          </a:prstGeom>
        </p:spPr>
      </p:pic>
    </p:spTree>
    <p:extLst>
      <p:ext uri="{BB962C8B-B14F-4D97-AF65-F5344CB8AC3E}">
        <p14:creationId xmlns:p14="http://schemas.microsoft.com/office/powerpoint/2010/main" val="2888550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69B7-9059-4886-8B89-588B41F7F461}"/>
              </a:ext>
            </a:extLst>
          </p:cNvPr>
          <p:cNvSpPr>
            <a:spLocks noGrp="1"/>
          </p:cNvSpPr>
          <p:nvPr>
            <p:ph type="title"/>
          </p:nvPr>
        </p:nvSpPr>
        <p:spPr/>
        <p:txBody>
          <a:bodyPr/>
          <a:lstStyle/>
          <a:p>
            <a:r>
              <a:rPr lang="en-US"/>
              <a:t>Cut List</a:t>
            </a:r>
            <a:endParaRPr lang="en-US" dirty="0"/>
          </a:p>
        </p:txBody>
      </p:sp>
      <p:sp>
        <p:nvSpPr>
          <p:cNvPr id="3" name="Content Placeholder 2">
            <a:extLst>
              <a:ext uri="{FF2B5EF4-FFF2-40B4-BE49-F238E27FC236}">
                <a16:creationId xmlns:a16="http://schemas.microsoft.com/office/drawing/2014/main" id="{D4978025-A607-DBBA-29C8-4E942CDFC9F8}"/>
              </a:ext>
            </a:extLst>
          </p:cNvPr>
          <p:cNvSpPr>
            <a:spLocks noGrp="1"/>
          </p:cNvSpPr>
          <p:nvPr>
            <p:ph idx="1"/>
          </p:nvPr>
        </p:nvSpPr>
        <p:spPr/>
        <p:txBody>
          <a:bodyPr vert="horz" lIns="91440" tIns="45720" rIns="91440" bIns="45720" rtlCol="0" anchor="t">
            <a:normAutofit fontScale="92500" lnSpcReduction="10000"/>
          </a:bodyPr>
          <a:lstStyle/>
          <a:p>
            <a:r>
              <a:rPr lang="en-US" dirty="0"/>
              <a:t>(10) 2x4x8</a:t>
            </a:r>
          </a:p>
          <a:p>
            <a:pPr lvl="1">
              <a:buFont typeface="Courier New" panose="020B0604020202020204" pitchFamily="34" charset="0"/>
              <a:buChar char="o"/>
            </a:pPr>
            <a:r>
              <a:rPr lang="en-US" dirty="0"/>
              <a:t>(2 boards) </a:t>
            </a:r>
            <a:r>
              <a:rPr lang="en-US" dirty="0">
                <a:sym typeface="Wingdings" panose="05000000000000000000" pitchFamily="2" charset="2"/>
              </a:rPr>
              <a:t> (1) 96” per board</a:t>
            </a:r>
          </a:p>
          <a:p>
            <a:pPr lvl="1">
              <a:buFont typeface="Courier New" panose="020B0604020202020204" pitchFamily="34" charset="0"/>
              <a:buChar char="o"/>
            </a:pPr>
            <a:r>
              <a:rPr lang="en-US" dirty="0">
                <a:latin typeface="Aptos"/>
                <a:sym typeface="Wingdings" panose="05000000000000000000" pitchFamily="2" charset="2"/>
              </a:rPr>
              <a:t>(3 boards)  (2) 48” per board</a:t>
            </a:r>
          </a:p>
          <a:p>
            <a:pPr lvl="1">
              <a:buFont typeface="Courier New" panose="020B0604020202020204" pitchFamily="34" charset="0"/>
              <a:buChar char="o"/>
            </a:pPr>
            <a:r>
              <a:rPr lang="en-US" dirty="0">
                <a:latin typeface="Aptos"/>
                <a:sym typeface="Wingdings" panose="05000000000000000000" pitchFamily="2" charset="2"/>
              </a:rPr>
              <a:t>(3 boards)  (2) 41” per board</a:t>
            </a:r>
          </a:p>
          <a:p>
            <a:pPr lvl="1">
              <a:buFont typeface="Courier New" panose="020B0604020202020204" pitchFamily="34" charset="0"/>
              <a:buChar char="o"/>
            </a:pPr>
            <a:r>
              <a:rPr lang="en-US" dirty="0">
                <a:latin typeface="Aptos"/>
                <a:sym typeface="Wingdings" panose="05000000000000000000" pitchFamily="2" charset="2"/>
              </a:rPr>
              <a:t>(2 boards)  (1) 24” + (1) S66</a:t>
            </a:r>
          </a:p>
          <a:p>
            <a:r>
              <a:rPr lang="en-US" dirty="0"/>
              <a:t>(1) 2x4x10</a:t>
            </a:r>
          </a:p>
          <a:p>
            <a:pPr lvl="1">
              <a:buFont typeface="Courier New" panose="020B0604020202020204" pitchFamily="34" charset="0"/>
              <a:buChar char="o"/>
            </a:pPr>
            <a:r>
              <a:rPr lang="en-US" dirty="0"/>
              <a:t>(1 board) </a:t>
            </a:r>
            <a:r>
              <a:rPr lang="en-US" dirty="0">
                <a:sym typeface="Wingdings" panose="05000000000000000000" pitchFamily="2" charset="2"/>
              </a:rPr>
              <a:t> (2) S55</a:t>
            </a:r>
          </a:p>
          <a:p>
            <a:r>
              <a:rPr lang="en-US" dirty="0"/>
              <a:t>(1) 2x4x12</a:t>
            </a:r>
          </a:p>
          <a:p>
            <a:pPr lvl="1">
              <a:buFont typeface="Courier New" panose="020B0604020202020204" pitchFamily="34" charset="0"/>
              <a:buChar char="o"/>
            </a:pPr>
            <a:r>
              <a:rPr lang="en-US" dirty="0"/>
              <a:t>(1 board) </a:t>
            </a:r>
            <a:r>
              <a:rPr lang="en-US" dirty="0">
                <a:sym typeface="Wingdings" panose="05000000000000000000" pitchFamily="2" charset="2"/>
              </a:rPr>
              <a:t> (2) S66</a:t>
            </a:r>
          </a:p>
          <a:p>
            <a:pPr marL="457200" lvl="1" indent="0">
              <a:buNone/>
            </a:pPr>
            <a:endParaRPr lang="en-US" dirty="0">
              <a:latin typeface="Aptos"/>
              <a:sym typeface="Wingdings" panose="05000000000000000000" pitchFamily="2" charset="2"/>
            </a:endParaRPr>
          </a:p>
          <a:p>
            <a:pPr lvl="1">
              <a:buFont typeface="Courier New" panose="020B0604020202020204" pitchFamily="34" charset="0"/>
              <a:buChar char="o"/>
            </a:pPr>
            <a:endParaRPr lang="en-US" dirty="0">
              <a:latin typeface="Aptos"/>
              <a:sym typeface="Wingdings" panose="05000000000000000000" pitchFamily="2" charset="2"/>
            </a:endParaRPr>
          </a:p>
          <a:p>
            <a:pPr marL="457200" lvl="1" indent="0">
              <a:buNone/>
            </a:pPr>
            <a:r>
              <a:rPr lang="en-US" dirty="0">
                <a:latin typeface="Aptos"/>
                <a:sym typeface="Wingdings" panose="05000000000000000000" pitchFamily="2" charset="2"/>
              </a:rPr>
              <a:t>Label all boards as you cut and keep track!</a:t>
            </a:r>
          </a:p>
        </p:txBody>
      </p:sp>
    </p:spTree>
    <p:extLst>
      <p:ext uri="{BB962C8B-B14F-4D97-AF65-F5344CB8AC3E}">
        <p14:creationId xmlns:p14="http://schemas.microsoft.com/office/powerpoint/2010/main" val="299616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DA7D-4AA8-EAF6-4AA0-11D489952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AB005-A365-323C-3302-0CDF80397CD0}"/>
              </a:ext>
            </a:extLst>
          </p:cNvPr>
          <p:cNvSpPr>
            <a:spLocks noGrp="1"/>
          </p:cNvSpPr>
          <p:nvPr>
            <p:ph type="title"/>
          </p:nvPr>
        </p:nvSpPr>
        <p:spPr/>
        <p:txBody>
          <a:bodyPr/>
          <a:lstStyle/>
          <a:p>
            <a:r>
              <a:rPr lang="en-US"/>
              <a:t>Base</a:t>
            </a:r>
          </a:p>
        </p:txBody>
      </p:sp>
      <p:sp>
        <p:nvSpPr>
          <p:cNvPr id="4" name="Text Placeholder 3">
            <a:extLst>
              <a:ext uri="{FF2B5EF4-FFF2-40B4-BE49-F238E27FC236}">
                <a16:creationId xmlns:a16="http://schemas.microsoft.com/office/drawing/2014/main" id="{59B854FB-4646-D1FD-F838-BC52A485C4EB}"/>
              </a:ext>
            </a:extLst>
          </p:cNvPr>
          <p:cNvSpPr>
            <a:spLocks noGrp="1"/>
          </p:cNvSpPr>
          <p:nvPr>
            <p:ph type="body" sz="half" idx="2"/>
          </p:nvPr>
        </p:nvSpPr>
        <p:spPr>
          <a:xfrm>
            <a:off x="839788" y="2057400"/>
            <a:ext cx="4199431" cy="3811588"/>
          </a:xfrm>
        </p:spPr>
        <p:txBody>
          <a:bodyPr vert="horz" lIns="91440" tIns="45720" rIns="91440" bIns="45720" rtlCol="0" anchor="t">
            <a:normAutofit/>
          </a:bodyPr>
          <a:lstStyle/>
          <a:p>
            <a:pPr marL="342900" indent="-342900">
              <a:buChar char="•"/>
            </a:pPr>
            <a:r>
              <a:rPr lang="en-US" sz="2400" dirty="0"/>
              <a:t>(2) 96"</a:t>
            </a:r>
            <a:endParaRPr lang="en-US" dirty="0"/>
          </a:p>
          <a:p>
            <a:pPr marL="342900" indent="-342900">
              <a:buChar char="•"/>
            </a:pPr>
            <a:r>
              <a:rPr lang="en-US" sz="2400" dirty="0"/>
              <a:t>(3) 41''</a:t>
            </a:r>
          </a:p>
          <a:p>
            <a:endParaRPr lang="en-US" sz="2400" dirty="0"/>
          </a:p>
        </p:txBody>
      </p:sp>
      <p:pic>
        <p:nvPicPr>
          <p:cNvPr id="13" name="Picture 12">
            <a:extLst>
              <a:ext uri="{FF2B5EF4-FFF2-40B4-BE49-F238E27FC236}">
                <a16:creationId xmlns:a16="http://schemas.microsoft.com/office/drawing/2014/main" id="{506E3D37-BD3C-51C7-0DF0-7D3072907386}"/>
              </a:ext>
            </a:extLst>
          </p:cNvPr>
          <p:cNvPicPr>
            <a:picLocks noChangeAspect="1"/>
          </p:cNvPicPr>
          <p:nvPr/>
        </p:nvPicPr>
        <p:blipFill>
          <a:blip r:embed="rId2"/>
          <a:stretch>
            <a:fillRect/>
          </a:stretch>
        </p:blipFill>
        <p:spPr>
          <a:xfrm>
            <a:off x="3590730" y="989012"/>
            <a:ext cx="7658494" cy="4673840"/>
          </a:xfrm>
          <a:prstGeom prst="rect">
            <a:avLst/>
          </a:prstGeom>
        </p:spPr>
      </p:pic>
    </p:spTree>
    <p:extLst>
      <p:ext uri="{BB962C8B-B14F-4D97-AF65-F5344CB8AC3E}">
        <p14:creationId xmlns:p14="http://schemas.microsoft.com/office/powerpoint/2010/main" val="3085882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26219-496A-9C5B-31E9-77CA16979DC5}"/>
              </a:ext>
            </a:extLst>
          </p:cNvPr>
          <p:cNvSpPr>
            <a:spLocks noGrp="1"/>
          </p:cNvSpPr>
          <p:nvPr>
            <p:ph type="title"/>
          </p:nvPr>
        </p:nvSpPr>
        <p:spPr/>
        <p:txBody>
          <a:bodyPr/>
          <a:lstStyle/>
          <a:p>
            <a:r>
              <a:rPr lang="en-US"/>
              <a:t>Supports</a:t>
            </a:r>
          </a:p>
        </p:txBody>
      </p:sp>
      <p:sp>
        <p:nvSpPr>
          <p:cNvPr id="4" name="Text Placeholder 3">
            <a:extLst>
              <a:ext uri="{FF2B5EF4-FFF2-40B4-BE49-F238E27FC236}">
                <a16:creationId xmlns:a16="http://schemas.microsoft.com/office/drawing/2014/main" id="{BABB44FF-8C85-6DA6-BA0F-A9C137A6EC94}"/>
              </a:ext>
            </a:extLst>
          </p:cNvPr>
          <p:cNvSpPr>
            <a:spLocks noGrp="1"/>
          </p:cNvSpPr>
          <p:nvPr>
            <p:ph type="body" sz="half" idx="2"/>
          </p:nvPr>
        </p:nvSpPr>
        <p:spPr/>
        <p:txBody>
          <a:bodyPr vert="horz" lIns="91440" tIns="45720" rIns="91440" bIns="45720" rtlCol="0" anchor="t">
            <a:normAutofit/>
          </a:bodyPr>
          <a:lstStyle/>
          <a:p>
            <a:r>
              <a:rPr lang="en-US" sz="2400" dirty="0"/>
              <a:t>(4) 48”</a:t>
            </a:r>
          </a:p>
        </p:txBody>
      </p:sp>
      <p:pic>
        <p:nvPicPr>
          <p:cNvPr id="6" name="Picture 5">
            <a:extLst>
              <a:ext uri="{FF2B5EF4-FFF2-40B4-BE49-F238E27FC236}">
                <a16:creationId xmlns:a16="http://schemas.microsoft.com/office/drawing/2014/main" id="{939460B8-8F3B-EFF3-490D-0658BFD47AEF}"/>
              </a:ext>
            </a:extLst>
          </p:cNvPr>
          <p:cNvPicPr>
            <a:picLocks noChangeAspect="1"/>
          </p:cNvPicPr>
          <p:nvPr/>
        </p:nvPicPr>
        <p:blipFill>
          <a:blip r:embed="rId2"/>
          <a:stretch>
            <a:fillRect/>
          </a:stretch>
        </p:blipFill>
        <p:spPr>
          <a:xfrm>
            <a:off x="4772025" y="1043355"/>
            <a:ext cx="6823389" cy="4825633"/>
          </a:xfrm>
          <a:prstGeom prst="rect">
            <a:avLst/>
          </a:prstGeom>
        </p:spPr>
      </p:pic>
    </p:spTree>
    <p:extLst>
      <p:ext uri="{BB962C8B-B14F-4D97-AF65-F5344CB8AC3E}">
        <p14:creationId xmlns:p14="http://schemas.microsoft.com/office/powerpoint/2010/main" val="3760055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E74-BA2E-0D94-F661-39147ECA4F49}"/>
              </a:ext>
            </a:extLst>
          </p:cNvPr>
          <p:cNvSpPr>
            <a:spLocks noGrp="1"/>
          </p:cNvSpPr>
          <p:nvPr>
            <p:ph type="title"/>
          </p:nvPr>
        </p:nvSpPr>
        <p:spPr/>
        <p:txBody>
          <a:bodyPr/>
          <a:lstStyle/>
          <a:p>
            <a:r>
              <a:rPr lang="en-US"/>
              <a:t>Roof</a:t>
            </a:r>
          </a:p>
        </p:txBody>
      </p:sp>
      <p:sp>
        <p:nvSpPr>
          <p:cNvPr id="4" name="Text Placeholder 3">
            <a:extLst>
              <a:ext uri="{FF2B5EF4-FFF2-40B4-BE49-F238E27FC236}">
                <a16:creationId xmlns:a16="http://schemas.microsoft.com/office/drawing/2014/main" id="{CC3A3A26-D0A3-BE84-F4B6-83FFA0FF8075}"/>
              </a:ext>
            </a:extLst>
          </p:cNvPr>
          <p:cNvSpPr>
            <a:spLocks noGrp="1"/>
          </p:cNvSpPr>
          <p:nvPr>
            <p:ph type="body" sz="half" idx="2"/>
          </p:nvPr>
        </p:nvSpPr>
        <p:spPr/>
        <p:txBody>
          <a:bodyPr vert="horz" lIns="91440" tIns="45720" rIns="91440" bIns="45720" rtlCol="0" anchor="t">
            <a:normAutofit/>
          </a:bodyPr>
          <a:lstStyle/>
          <a:p>
            <a:r>
              <a:rPr lang="en-US" sz="2400" dirty="0"/>
              <a:t>(2) 48”</a:t>
            </a:r>
          </a:p>
          <a:p>
            <a:r>
              <a:rPr lang="en-US" sz="2400" dirty="0"/>
              <a:t>(2) 41”</a:t>
            </a:r>
          </a:p>
          <a:p>
            <a:endParaRPr lang="en-US" sz="2400" dirty="0"/>
          </a:p>
        </p:txBody>
      </p:sp>
      <p:pic>
        <p:nvPicPr>
          <p:cNvPr id="6" name="Picture 5">
            <a:extLst>
              <a:ext uri="{FF2B5EF4-FFF2-40B4-BE49-F238E27FC236}">
                <a16:creationId xmlns:a16="http://schemas.microsoft.com/office/drawing/2014/main" id="{6969A90C-08B4-7B68-F325-7DDA18DA9D6C}"/>
              </a:ext>
            </a:extLst>
          </p:cNvPr>
          <p:cNvPicPr>
            <a:picLocks noChangeAspect="1"/>
          </p:cNvPicPr>
          <p:nvPr/>
        </p:nvPicPr>
        <p:blipFill>
          <a:blip r:embed="rId2"/>
          <a:stretch>
            <a:fillRect/>
          </a:stretch>
        </p:blipFill>
        <p:spPr>
          <a:xfrm>
            <a:off x="5265169" y="1165391"/>
            <a:ext cx="5908799" cy="4527217"/>
          </a:xfrm>
          <a:prstGeom prst="rect">
            <a:avLst/>
          </a:prstGeom>
        </p:spPr>
      </p:pic>
    </p:spTree>
    <p:extLst>
      <p:ext uri="{BB962C8B-B14F-4D97-AF65-F5344CB8AC3E}">
        <p14:creationId xmlns:p14="http://schemas.microsoft.com/office/powerpoint/2010/main" val="179827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2ED4-1898-701A-2C29-7196705CCBFC}"/>
              </a:ext>
            </a:extLst>
          </p:cNvPr>
          <p:cNvSpPr>
            <a:spLocks noGrp="1"/>
          </p:cNvSpPr>
          <p:nvPr>
            <p:ph type="title"/>
          </p:nvPr>
        </p:nvSpPr>
        <p:spPr/>
        <p:txBody>
          <a:bodyPr/>
          <a:lstStyle/>
          <a:p>
            <a:r>
              <a:rPr lang="en-US"/>
              <a:t>Inner Diagonals</a:t>
            </a:r>
          </a:p>
        </p:txBody>
      </p:sp>
      <p:sp>
        <p:nvSpPr>
          <p:cNvPr id="4" name="Text Placeholder 3">
            <a:extLst>
              <a:ext uri="{FF2B5EF4-FFF2-40B4-BE49-F238E27FC236}">
                <a16:creationId xmlns:a16="http://schemas.microsoft.com/office/drawing/2014/main" id="{D293ADF8-4EDA-4232-D0FC-212D64A48B9A}"/>
              </a:ext>
            </a:extLst>
          </p:cNvPr>
          <p:cNvSpPr>
            <a:spLocks noGrp="1"/>
          </p:cNvSpPr>
          <p:nvPr>
            <p:ph type="body" sz="half" idx="2"/>
          </p:nvPr>
        </p:nvSpPr>
        <p:spPr/>
        <p:txBody>
          <a:bodyPr vert="horz" lIns="91440" tIns="45720" rIns="91440" bIns="45720" rtlCol="0" anchor="t">
            <a:normAutofit/>
          </a:bodyPr>
          <a:lstStyle/>
          <a:p>
            <a:r>
              <a:rPr lang="en-US" sz="2400" dirty="0"/>
              <a:t>(4) S66</a:t>
            </a:r>
          </a:p>
          <a:p>
            <a:endParaRPr lang="en-US" sz="2400" dirty="0"/>
          </a:p>
        </p:txBody>
      </p:sp>
      <p:pic>
        <p:nvPicPr>
          <p:cNvPr id="5" name="Picture 4">
            <a:extLst>
              <a:ext uri="{FF2B5EF4-FFF2-40B4-BE49-F238E27FC236}">
                <a16:creationId xmlns:a16="http://schemas.microsoft.com/office/drawing/2014/main" id="{25A15954-6244-32F5-8E02-37964B51E955}"/>
              </a:ext>
            </a:extLst>
          </p:cNvPr>
          <p:cNvPicPr>
            <a:picLocks noChangeAspect="1"/>
          </p:cNvPicPr>
          <p:nvPr/>
        </p:nvPicPr>
        <p:blipFill>
          <a:blip r:embed="rId2"/>
          <a:stretch>
            <a:fillRect/>
          </a:stretch>
        </p:blipFill>
        <p:spPr>
          <a:xfrm>
            <a:off x="6263641" y="1110996"/>
            <a:ext cx="4979516" cy="4033732"/>
          </a:xfrm>
          <a:prstGeom prst="rect">
            <a:avLst/>
          </a:prstGeom>
        </p:spPr>
      </p:pic>
    </p:spTree>
    <p:extLst>
      <p:ext uri="{BB962C8B-B14F-4D97-AF65-F5344CB8AC3E}">
        <p14:creationId xmlns:p14="http://schemas.microsoft.com/office/powerpoint/2010/main" val="221374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AF49-F421-2CB3-8308-A6C7D52EBCF0}"/>
              </a:ext>
            </a:extLst>
          </p:cNvPr>
          <p:cNvSpPr>
            <a:spLocks noGrp="1"/>
          </p:cNvSpPr>
          <p:nvPr>
            <p:ph type="title"/>
          </p:nvPr>
        </p:nvSpPr>
        <p:spPr/>
        <p:txBody>
          <a:bodyPr/>
          <a:lstStyle/>
          <a:p>
            <a:r>
              <a:rPr lang="en-US" dirty="0"/>
              <a:t>Claw area</a:t>
            </a:r>
          </a:p>
        </p:txBody>
      </p:sp>
      <p:sp>
        <p:nvSpPr>
          <p:cNvPr id="4" name="Text Placeholder 3">
            <a:extLst>
              <a:ext uri="{FF2B5EF4-FFF2-40B4-BE49-F238E27FC236}">
                <a16:creationId xmlns:a16="http://schemas.microsoft.com/office/drawing/2014/main" id="{12D01CA3-ECBD-7FBD-1125-A161547BBC7F}"/>
              </a:ext>
            </a:extLst>
          </p:cNvPr>
          <p:cNvSpPr>
            <a:spLocks noGrp="1"/>
          </p:cNvSpPr>
          <p:nvPr>
            <p:ph type="body" sz="half" idx="2"/>
          </p:nvPr>
        </p:nvSpPr>
        <p:spPr/>
        <p:txBody>
          <a:bodyPr vert="horz" lIns="91440" tIns="45720" rIns="91440" bIns="45720" rtlCol="0" anchor="t">
            <a:normAutofit/>
          </a:bodyPr>
          <a:lstStyle/>
          <a:p>
            <a:r>
              <a:rPr lang="en-US" sz="2400" dirty="0"/>
              <a:t>(2) 24”</a:t>
            </a:r>
          </a:p>
          <a:p>
            <a:r>
              <a:rPr lang="en-US" sz="2400" dirty="0"/>
              <a:t>(1) 41”</a:t>
            </a:r>
          </a:p>
        </p:txBody>
      </p:sp>
      <p:pic>
        <p:nvPicPr>
          <p:cNvPr id="8" name="Picture 7">
            <a:extLst>
              <a:ext uri="{FF2B5EF4-FFF2-40B4-BE49-F238E27FC236}">
                <a16:creationId xmlns:a16="http://schemas.microsoft.com/office/drawing/2014/main" id="{BF933F78-E9D6-2A34-437C-4AEA8DDC0574}"/>
              </a:ext>
            </a:extLst>
          </p:cNvPr>
          <p:cNvPicPr>
            <a:picLocks noChangeAspect="1"/>
          </p:cNvPicPr>
          <p:nvPr/>
        </p:nvPicPr>
        <p:blipFill>
          <a:blip r:embed="rId2"/>
          <a:stretch>
            <a:fillRect/>
          </a:stretch>
        </p:blipFill>
        <p:spPr>
          <a:xfrm>
            <a:off x="5513498" y="1049924"/>
            <a:ext cx="6094810" cy="4915447"/>
          </a:xfrm>
          <a:prstGeom prst="rect">
            <a:avLst/>
          </a:prstGeom>
        </p:spPr>
      </p:pic>
    </p:spTree>
    <p:extLst>
      <p:ext uri="{BB962C8B-B14F-4D97-AF65-F5344CB8AC3E}">
        <p14:creationId xmlns:p14="http://schemas.microsoft.com/office/powerpoint/2010/main" val="623865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D197-EF09-4D8C-DDB7-C5AE43099B5B}"/>
              </a:ext>
            </a:extLst>
          </p:cNvPr>
          <p:cNvSpPr>
            <a:spLocks noGrp="1"/>
          </p:cNvSpPr>
          <p:nvPr>
            <p:ph type="title"/>
          </p:nvPr>
        </p:nvSpPr>
        <p:spPr/>
        <p:txBody>
          <a:bodyPr/>
          <a:lstStyle/>
          <a:p>
            <a:r>
              <a:rPr lang="en-US" dirty="0"/>
              <a:t>Front Diagonal</a:t>
            </a:r>
          </a:p>
        </p:txBody>
      </p:sp>
      <p:sp>
        <p:nvSpPr>
          <p:cNvPr id="4" name="Text Placeholder 3">
            <a:extLst>
              <a:ext uri="{FF2B5EF4-FFF2-40B4-BE49-F238E27FC236}">
                <a16:creationId xmlns:a16="http://schemas.microsoft.com/office/drawing/2014/main" id="{4841CA36-EC8F-3A86-E70C-410FDF62CAA2}"/>
              </a:ext>
            </a:extLst>
          </p:cNvPr>
          <p:cNvSpPr>
            <a:spLocks noGrp="1"/>
          </p:cNvSpPr>
          <p:nvPr>
            <p:ph type="body" sz="half" idx="2"/>
          </p:nvPr>
        </p:nvSpPr>
        <p:spPr/>
        <p:txBody>
          <a:bodyPr vert="horz" lIns="91440" tIns="45720" rIns="91440" bIns="45720" rtlCol="0" anchor="t">
            <a:normAutofit/>
          </a:bodyPr>
          <a:lstStyle/>
          <a:p>
            <a:r>
              <a:rPr lang="en-US" sz="2400" dirty="0"/>
              <a:t>(2) S55</a:t>
            </a:r>
          </a:p>
          <a:p>
            <a:endParaRPr lang="en-US" sz="2400" dirty="0"/>
          </a:p>
        </p:txBody>
      </p:sp>
      <p:pic>
        <p:nvPicPr>
          <p:cNvPr id="5" name="Picture 4">
            <a:extLst>
              <a:ext uri="{FF2B5EF4-FFF2-40B4-BE49-F238E27FC236}">
                <a16:creationId xmlns:a16="http://schemas.microsoft.com/office/drawing/2014/main" id="{6A8177A7-DA2F-182A-F404-4EBB8A994772}"/>
              </a:ext>
            </a:extLst>
          </p:cNvPr>
          <p:cNvPicPr>
            <a:picLocks noChangeAspect="1"/>
          </p:cNvPicPr>
          <p:nvPr/>
        </p:nvPicPr>
        <p:blipFill>
          <a:blip r:embed="rId2"/>
          <a:stretch>
            <a:fillRect/>
          </a:stretch>
        </p:blipFill>
        <p:spPr>
          <a:xfrm>
            <a:off x="4889848" y="852428"/>
            <a:ext cx="6197919" cy="4769095"/>
          </a:xfrm>
          <a:prstGeom prst="rect">
            <a:avLst/>
          </a:prstGeom>
        </p:spPr>
      </p:pic>
    </p:spTree>
    <p:extLst>
      <p:ext uri="{BB962C8B-B14F-4D97-AF65-F5344CB8AC3E}">
        <p14:creationId xmlns:p14="http://schemas.microsoft.com/office/powerpoint/2010/main" val="1027062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0B69C-EF6E-A917-2042-A29DBB27A052}"/>
              </a:ext>
            </a:extLst>
          </p:cNvPr>
          <p:cNvSpPr>
            <a:spLocks noGrp="1"/>
          </p:cNvSpPr>
          <p:nvPr>
            <p:ph type="title"/>
          </p:nvPr>
        </p:nvSpPr>
        <p:spPr/>
        <p:txBody>
          <a:bodyPr/>
          <a:lstStyle/>
          <a:p>
            <a:r>
              <a:rPr lang="en-US"/>
              <a:t>CONGRATS!!</a:t>
            </a:r>
          </a:p>
        </p:txBody>
      </p:sp>
      <p:sp>
        <p:nvSpPr>
          <p:cNvPr id="4" name="Text Placeholder 3">
            <a:extLst>
              <a:ext uri="{FF2B5EF4-FFF2-40B4-BE49-F238E27FC236}">
                <a16:creationId xmlns:a16="http://schemas.microsoft.com/office/drawing/2014/main" id="{D50F6E36-80F2-4250-54D0-9E6EF4603824}"/>
              </a:ext>
            </a:extLst>
          </p:cNvPr>
          <p:cNvSpPr>
            <a:spLocks noGrp="1"/>
          </p:cNvSpPr>
          <p:nvPr>
            <p:ph type="body" sz="half" idx="2"/>
          </p:nvPr>
        </p:nvSpPr>
        <p:spPr/>
        <p:txBody>
          <a:bodyPr vert="horz" lIns="91440" tIns="45720" rIns="91440" bIns="45720" rtlCol="0" anchor="t">
            <a:normAutofit/>
          </a:bodyPr>
          <a:lstStyle/>
          <a:p>
            <a:r>
              <a:rPr lang="en-US" sz="2400"/>
              <a:t>Now the other Front Foot!</a:t>
            </a:r>
          </a:p>
        </p:txBody>
      </p:sp>
      <p:pic>
        <p:nvPicPr>
          <p:cNvPr id="7" name="Picture 6">
            <a:extLst>
              <a:ext uri="{FF2B5EF4-FFF2-40B4-BE49-F238E27FC236}">
                <a16:creationId xmlns:a16="http://schemas.microsoft.com/office/drawing/2014/main" id="{3672178C-2981-114C-21DB-D606CFFF642A}"/>
              </a:ext>
            </a:extLst>
          </p:cNvPr>
          <p:cNvPicPr>
            <a:picLocks noChangeAspect="1"/>
          </p:cNvPicPr>
          <p:nvPr/>
        </p:nvPicPr>
        <p:blipFill>
          <a:blip r:embed="rId2"/>
          <a:stretch>
            <a:fillRect/>
          </a:stretch>
        </p:blipFill>
        <p:spPr>
          <a:xfrm>
            <a:off x="4889848" y="852428"/>
            <a:ext cx="6197919" cy="4769095"/>
          </a:xfrm>
          <a:prstGeom prst="rect">
            <a:avLst/>
          </a:prstGeom>
        </p:spPr>
      </p:pic>
    </p:spTree>
    <p:extLst>
      <p:ext uri="{BB962C8B-B14F-4D97-AF65-F5344CB8AC3E}">
        <p14:creationId xmlns:p14="http://schemas.microsoft.com/office/powerpoint/2010/main" val="3021899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234</Words>
  <Application>Microsoft Office PowerPoint</Application>
  <PresentationFormat>Widescreen</PresentationFormat>
  <Paragraphs>35</Paragraphs>
  <Slides>10</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Courier New</vt:lpstr>
      <vt:lpstr>Wingdings</vt:lpstr>
      <vt:lpstr>Office Theme</vt:lpstr>
      <vt:lpstr>Back Foot Instructions (x2)</vt:lpstr>
      <vt:lpstr>Example Instructions</vt:lpstr>
      <vt:lpstr>Cut List</vt:lpstr>
      <vt:lpstr>Base</vt:lpstr>
      <vt:lpstr>Supports</vt:lpstr>
      <vt:lpstr>Roof</vt:lpstr>
      <vt:lpstr>Inner Diagonals</vt:lpstr>
      <vt:lpstr>Claw area</vt:lpstr>
      <vt:lpstr>Front Diagonal</vt:lpstr>
      <vt:lpstr>CONGRATS!!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Henderson</dc:creator>
  <cp:lastModifiedBy>Jordan Henderson</cp:lastModifiedBy>
  <cp:revision>1</cp:revision>
  <dcterms:created xsi:type="dcterms:W3CDTF">2026-10-22T16:15:35Z</dcterms:created>
  <dcterms:modified xsi:type="dcterms:W3CDTF">2026-10-22T16:37:50Z</dcterms:modified>
</cp:coreProperties>
</file>