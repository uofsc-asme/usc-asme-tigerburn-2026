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66" r:id="rId5"/>
    <p:sldId id="265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A71EB-47BB-4123-836D-290D4BB21080}" v="2" dt="2025-10-17T19:45:32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">
      <pc:chgData name="Jordan Henderson" userId="1aefba67a2305a7d" providerId="LiveId" clId="{544928A6-073F-4C18-B400-8A94CC0698F1}" dt="2025-10-21T03:20:04.519" v="338" actId="20577"/>
      <pc:docMkLst>
        <pc:docMk/>
      </pc:docMkLst>
      <pc:sldChg chg="addSp delSp modSp mod">
        <pc:chgData name="Jordan Henderson" userId="1aefba67a2305a7d" providerId="LiveId" clId="{544928A6-073F-4C18-B400-8A94CC0698F1}" dt="2025-10-17T19:47:44.664" v="283" actId="1076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17T19:47:44.664" v="283" actId="1076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17T19:47:44.664" v="283" actId="1076"/>
          <ac:spMkLst>
            <pc:docMk/>
            <pc:sldMk cId="2899849503" sldId="256"/>
            <ac:spMk id="3" creationId="{0F1AF516-8A3A-D92F-96AD-D20E35EA0C12}"/>
          </ac:spMkLst>
        </pc:spChg>
        <pc:picChg chg="add mod">
          <ac:chgData name="Jordan Henderson" userId="1aefba67a2305a7d" providerId="LiveId" clId="{544928A6-073F-4C18-B400-8A94CC0698F1}" dt="2025-10-16T14:27:31.060" v="23" actId="1076"/>
          <ac:picMkLst>
            <pc:docMk/>
            <pc:sldMk cId="2899849503" sldId="256"/>
            <ac:picMk id="7" creationId="{FC378667-128D-0572-E58C-7A94F905F468}"/>
          </ac:picMkLst>
        </pc:picChg>
      </pc:sldChg>
      <pc:sldChg chg="addSp delSp modSp mod">
        <pc:chgData name="Jordan Henderson" userId="1aefba67a2305a7d" providerId="LiveId" clId="{544928A6-073F-4C18-B400-8A94CC0698F1}" dt="2025-10-16T14:46:15.150" v="173" actId="20577"/>
        <pc:sldMkLst>
          <pc:docMk/>
          <pc:sldMk cId="526142843" sldId="263"/>
        </pc:sldMkLst>
        <pc:spChg chg="mod">
          <ac:chgData name="Jordan Henderson" userId="1aefba67a2305a7d" providerId="LiveId" clId="{544928A6-073F-4C18-B400-8A94CC0698F1}" dt="2025-10-16T14:46:15.150" v="173" actId="20577"/>
          <ac:spMkLst>
            <pc:docMk/>
            <pc:sldMk cId="526142843" sldId="263"/>
            <ac:spMk id="4" creationId="{BC37C58B-4537-AFDB-A5E7-BDCB7365A465}"/>
          </ac:spMkLst>
        </pc:spChg>
        <pc:picChg chg="add mod">
          <ac:chgData name="Jordan Henderson" userId="1aefba67a2305a7d" providerId="LiveId" clId="{544928A6-073F-4C18-B400-8A94CC0698F1}" dt="2025-10-16T14:29:06.134" v="26" actId="1076"/>
          <ac:picMkLst>
            <pc:docMk/>
            <pc:sldMk cId="526142843" sldId="263"/>
            <ac:picMk id="6" creationId="{05283837-BA3C-17BC-750B-454CBA721AB8}"/>
          </ac:picMkLst>
        </pc:picChg>
      </pc:sldChg>
      <pc:sldChg chg="addSp delSp modSp mod">
        <pc:chgData name="Jordan Henderson" userId="1aefba67a2305a7d" providerId="LiveId" clId="{544928A6-073F-4C18-B400-8A94CC0698F1}" dt="2025-10-17T19:46:14.359" v="282" actId="20577"/>
        <pc:sldMkLst>
          <pc:docMk/>
          <pc:sldMk cId="1015285371" sldId="264"/>
        </pc:sldMkLst>
        <pc:spChg chg="add mod">
          <ac:chgData name="Jordan Henderson" userId="1aefba67a2305a7d" providerId="LiveId" clId="{544928A6-073F-4C18-B400-8A94CC0698F1}" dt="2025-10-17T19:46:14.359" v="282" actId="20577"/>
          <ac:spMkLst>
            <pc:docMk/>
            <pc:sldMk cId="1015285371" sldId="264"/>
            <ac:spMk id="2" creationId="{1EFCE122-39D5-17FA-909C-DDDABA756777}"/>
          </ac:spMkLst>
        </pc:spChg>
        <pc:spChg chg="mod">
          <ac:chgData name="Jordan Henderson" userId="1aefba67a2305a7d" providerId="LiveId" clId="{544928A6-073F-4C18-B400-8A94CC0698F1}" dt="2025-10-17T19:45:30.778" v="227" actId="14100"/>
          <ac:spMkLst>
            <pc:docMk/>
            <pc:sldMk cId="1015285371" sldId="264"/>
            <ac:spMk id="4" creationId="{E34DE991-B7F5-F797-85CE-000A70403FB4}"/>
          </ac:spMkLst>
        </pc:spChg>
        <pc:picChg chg="add mod ord">
          <ac:chgData name="Jordan Henderson" userId="1aefba67a2305a7d" providerId="LiveId" clId="{544928A6-073F-4C18-B400-8A94CC0698F1}" dt="2025-10-16T14:41:14.284" v="54" actId="166"/>
          <ac:picMkLst>
            <pc:docMk/>
            <pc:sldMk cId="1015285371" sldId="264"/>
            <ac:picMk id="3" creationId="{0183120F-0857-A560-0D0C-E061CAC15989}"/>
          </ac:picMkLst>
        </pc:picChg>
        <pc:picChg chg="add mod">
          <ac:chgData name="Jordan Henderson" userId="1aefba67a2305a7d" providerId="LiveId" clId="{544928A6-073F-4C18-B400-8A94CC0698F1}" dt="2025-10-16T14:41:04.770" v="51" actId="1076"/>
          <ac:picMkLst>
            <pc:docMk/>
            <pc:sldMk cId="1015285371" sldId="264"/>
            <ac:picMk id="6" creationId="{B8F6ABB2-DF3B-FDE8-333C-E66D2359E255}"/>
          </ac:picMkLst>
        </pc:picChg>
        <pc:picChg chg="add mod">
          <ac:chgData name="Jordan Henderson" userId="1aefba67a2305a7d" providerId="LiveId" clId="{544928A6-073F-4C18-B400-8A94CC0698F1}" dt="2025-10-16T14:40:59.754" v="49" actId="1076"/>
          <ac:picMkLst>
            <pc:docMk/>
            <pc:sldMk cId="1015285371" sldId="264"/>
            <ac:picMk id="9" creationId="{6D93C186-8A3B-6117-762D-6FC268390300}"/>
          </ac:picMkLst>
        </pc:picChg>
      </pc:sldChg>
      <pc:sldChg chg="addSp delSp modSp add del mod">
        <pc:chgData name="Jordan Henderson" userId="1aefba67a2305a7d" providerId="LiveId" clId="{544928A6-073F-4C18-B400-8A94CC0698F1}" dt="2025-10-21T03:20:04.519" v="338" actId="20577"/>
        <pc:sldMkLst>
          <pc:docMk/>
          <pc:sldMk cId="3240098238" sldId="265"/>
        </pc:sldMkLst>
        <pc:spChg chg="mod">
          <ac:chgData name="Jordan Henderson" userId="1aefba67a2305a7d" providerId="LiveId" clId="{544928A6-073F-4C18-B400-8A94CC0698F1}" dt="2025-10-21T03:20:04.519" v="338" actId="20577"/>
          <ac:spMkLst>
            <pc:docMk/>
            <pc:sldMk cId="3240098238" sldId="265"/>
            <ac:spMk id="2" creationId="{E2ED38F3-1ECA-E993-0815-D79695E58680}"/>
          </ac:spMkLst>
        </pc:spChg>
        <pc:picChg chg="add mod">
          <ac:chgData name="Jordan Henderson" userId="1aefba67a2305a7d" providerId="LiveId" clId="{544928A6-073F-4C18-B400-8A94CC0698F1}" dt="2025-10-16T14:38:58.946" v="34" actId="1076"/>
          <ac:picMkLst>
            <pc:docMk/>
            <pc:sldMk cId="3240098238" sldId="265"/>
            <ac:picMk id="5" creationId="{764A5FB3-F2B5-A0F3-1AF2-7E2CCC8E047C}"/>
          </ac:picMkLst>
        </pc:picChg>
      </pc:sldChg>
      <pc:sldChg chg="addSp delSp modSp mod">
        <pc:chgData name="Jordan Henderson" userId="1aefba67a2305a7d" providerId="LiveId" clId="{544928A6-073F-4C18-B400-8A94CC0698F1}" dt="2025-10-16T14:43:07.212" v="99"/>
        <pc:sldMkLst>
          <pc:docMk/>
          <pc:sldMk cId="222971204" sldId="266"/>
        </pc:sldMkLst>
        <pc:spChg chg="add mod">
          <ac:chgData name="Jordan Henderson" userId="1aefba67a2305a7d" providerId="LiveId" clId="{544928A6-073F-4C18-B400-8A94CC0698F1}" dt="2025-10-16T14:43:07.212" v="99"/>
          <ac:spMkLst>
            <pc:docMk/>
            <pc:sldMk cId="222971204" sldId="266"/>
            <ac:spMk id="4" creationId="{2C4E73E2-2D8C-DE62-959D-87400A970384}"/>
          </ac:spMkLst>
        </pc:spChg>
        <pc:picChg chg="add mod">
          <ac:chgData name="Jordan Henderson" userId="1aefba67a2305a7d" providerId="LiveId" clId="{544928A6-073F-4C18-B400-8A94CC0698F1}" dt="2025-10-16T14:39:42.149" v="36" actId="1076"/>
          <ac:picMkLst>
            <pc:docMk/>
            <pc:sldMk cId="222971204" sldId="266"/>
            <ac:picMk id="3" creationId="{206CDEC9-4CAC-0CB2-CFAF-517781831FF0}"/>
          </ac:picMkLst>
        </pc:picChg>
      </pc:sldChg>
      <pc:sldChg chg="addSp delSp modSp del mod">
        <pc:chgData name="Jordan Henderson" userId="1aefba67a2305a7d" providerId="LiveId" clId="{544928A6-073F-4C18-B400-8A94CC0698F1}" dt="2025-10-16T14:40:12.519" v="43" actId="47"/>
        <pc:sldMkLst>
          <pc:docMk/>
          <pc:sldMk cId="539696802" sldId="267"/>
        </pc:sldMkLst>
      </pc:sldChg>
      <pc:sldChg chg="modSp add mod">
        <pc:chgData name="Jordan Henderson" userId="1aefba67a2305a7d" providerId="LiveId" clId="{544928A6-073F-4C18-B400-8A94CC0698F1}" dt="2025-10-16T14:42:58.506" v="97" actId="20577"/>
        <pc:sldMkLst>
          <pc:docMk/>
          <pc:sldMk cId="1378358034" sldId="268"/>
        </pc:sldMkLst>
        <pc:spChg chg="mod">
          <ac:chgData name="Jordan Henderson" userId="1aefba67a2305a7d" providerId="LiveId" clId="{544928A6-073F-4C18-B400-8A94CC0698F1}" dt="2025-10-16T14:42:58.506" v="97" actId="20577"/>
          <ac:spMkLst>
            <pc:docMk/>
            <pc:sldMk cId="1378358034" sldId="268"/>
            <ac:spMk id="4" creationId="{11518854-A0F4-742C-E196-774266BF705D}"/>
          </ac:spMkLst>
        </pc:spChg>
      </pc:sldChg>
      <pc:sldChg chg="addSp delSp modSp add mod">
        <pc:chgData name="Jordan Henderson" userId="1aefba67a2305a7d" providerId="LiveId" clId="{544928A6-073F-4C18-B400-8A94CC0698F1}" dt="2025-10-16T14:42:38.616" v="84" actId="313"/>
        <pc:sldMkLst>
          <pc:docMk/>
          <pc:sldMk cId="2394896280" sldId="269"/>
        </pc:sldMkLst>
        <pc:spChg chg="mod">
          <ac:chgData name="Jordan Henderson" userId="1aefba67a2305a7d" providerId="LiveId" clId="{544928A6-073F-4C18-B400-8A94CC0698F1}" dt="2025-10-16T14:42:38.616" v="84" actId="313"/>
          <ac:spMkLst>
            <pc:docMk/>
            <pc:sldMk cId="2394896280" sldId="269"/>
            <ac:spMk id="4" creationId="{0207E96A-5C43-9334-0B50-2CCF022997F3}"/>
          </ac:spMkLst>
        </pc:spChg>
        <pc:picChg chg="add mod">
          <ac:chgData name="Jordan Henderson" userId="1aefba67a2305a7d" providerId="LiveId" clId="{544928A6-073F-4C18-B400-8A94CC0698F1}" dt="2025-10-16T14:40:44.704" v="47" actId="1076"/>
          <ac:picMkLst>
            <pc:docMk/>
            <pc:sldMk cId="2394896280" sldId="269"/>
            <ac:picMk id="5" creationId="{D2BC718F-D89F-0546-14F4-C9D801B63D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8432" y="791200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Back Leg </a:t>
            </a:r>
            <a:br>
              <a:rPr lang="en-US" dirty="0"/>
            </a:br>
            <a:r>
              <a:rPr lang="en-US" dirty="0"/>
              <a:t>x2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8710" y="2395028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9.5 2x4x8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78667-128D-0572-E58C-7A94F905F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93" y="476809"/>
            <a:ext cx="5125165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8562-1F7B-D2A0-5EBF-A769ADC1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207E96A-5C43-9334-0B50-2CCF022997F3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3’5”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718F-D89F-0546-14F4-C9D801B6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676" y="304799"/>
            <a:ext cx="6365012" cy="60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9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1518854-A0F4-742C-E196-774266BF705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AC2BA7-CD02-FEA2-DE7C-468C13475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15" y="642548"/>
            <a:ext cx="704948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CDEC9-4CAC-0CB2-CFAF-51778183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21" y="419924"/>
            <a:ext cx="6287377" cy="6001588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3’5”</a:t>
            </a:r>
          </a:p>
        </p:txBody>
      </p:sp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2ED38F3-1ECA-E993-0815-D79695E5868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863122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excess for top slants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A5FB3-F2B5-A0F3-1AF2-7E2CCC8E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009" y="697652"/>
            <a:ext cx="5973009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2" y="419925"/>
            <a:ext cx="3387634" cy="16100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long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6ABB2-DF3B-FDE8-333C-E66D2359E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862" y="3058886"/>
            <a:ext cx="5356792" cy="3567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93C186-8A3B-6117-762D-6FC268390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02" y="2196036"/>
            <a:ext cx="3895615" cy="4531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83120F-0857-A560-0D0C-E061CAC15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662" y="231613"/>
            <a:ext cx="5004138" cy="3355602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1EFCE122-39D5-17FA-909C-DDDABA756777}"/>
              </a:ext>
            </a:extLst>
          </p:cNvPr>
          <p:cNvSpPr txBox="1">
            <a:spLocks/>
          </p:cNvSpPr>
          <p:nvPr/>
        </p:nvSpPr>
        <p:spPr>
          <a:xfrm>
            <a:off x="3293582" y="419925"/>
            <a:ext cx="3387634" cy="16100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Leftover from inside slants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short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1CC-D021-93E5-12EA-3BF6AAA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C37C58B-4537-AFDB-A5E7-BDCB7365A46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(0.5)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(1) </a:t>
            </a:r>
            <a:r>
              <a:rPr lang="en-US" dirty="0">
                <a:sym typeface="Wingdings" panose="05000000000000000000" pitchFamily="2" charset="2"/>
              </a:rPr>
              <a:t>3’9”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other half for second back leg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83837-BA3C-17BC-750B-454CBA72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624" y="292608"/>
            <a:ext cx="5401163" cy="59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93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Back Leg  x2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4</cp:revision>
  <dcterms:created xsi:type="dcterms:W3CDTF">2025-10-06T00:13:52Z</dcterms:created>
  <dcterms:modified xsi:type="dcterms:W3CDTF">2025-10-21T03:20:12Z</dcterms:modified>
</cp:coreProperties>
</file>